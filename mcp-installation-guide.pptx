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95" r:id="rId4"/>
  </p:sldMasterIdLst>
  <p:notesMasterIdLst>
    <p:notesMasterId r:id="rId31"/>
  </p:notesMasterIdLst>
  <p:handoutMasterIdLst>
    <p:handoutMasterId r:id="rId32"/>
  </p:handoutMasterIdLst>
  <p:sldIdLst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  <p:sldId id="271" r:id="rId115"/>
    <p:sldId id="272" r:id="rId116"/>
    <p:sldId id="273" r:id="rId117"/>
  </p:sldIdLst>
  <p:sldSz cx="12188825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3" clrIdx="1"/>
  <p:cmAuthor id="3" name="Wendy Ouellette" initials="WO" lastIdx="1" clrIdx="2">
    <p:extLst>
      <p:ext uri="{19B8F6BF-5375-455C-9EA6-DF929625EA0E}">
        <p15:presenceInfo xmlns:p15="http://schemas.microsoft.com/office/powerpoint/2012/main" userId="S::wouellette@vmware.com::1423423b-46e9-448d-b172-f148f3fbf4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A60C"/>
    <a:srgbClr val="FFFFFF"/>
    <a:srgbClr val="6C4A94"/>
    <a:srgbClr val="FF7E79"/>
    <a:srgbClr val="97999B"/>
    <a:srgbClr val="99999B"/>
    <a:srgbClr val="CC092F"/>
    <a:srgbClr val="E2E3E4"/>
    <a:srgbClr val="E68C28"/>
    <a:srgbClr val="53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66" autoAdjust="0"/>
    <p:restoredTop sz="87339" autoAdjust="0"/>
  </p:normalViewPr>
  <p:slideViewPr>
    <p:cSldViewPr snapToGrid="0">
      <p:cViewPr varScale="1">
        <p:scale>
          <a:sx n="111" d="100"/>
          <a:sy n="111" d="100"/>
        </p:scale>
        <p:origin x="1440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9" d="100"/>
          <a:sy n="119" d="100"/>
        </p:scale>
        <p:origin x="4136" y="8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4" Type="http://schemas.openxmlformats.org/officeDocument/2006/relationships/commentAuthors" Target="commentAuthors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36" Type="http://schemas.openxmlformats.org/officeDocument/2006/relationships/viewProps" Target="viewProps.xml"/><Relationship Id="rId31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" Type="http://schemas.openxmlformats.org/officeDocument/2006/relationships/customXml" Target="../customXml/item3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Relationship Id="rId108" Type="http://schemas.openxmlformats.org/officeDocument/2006/relationships/slide" Target="slides/slide8.xml"/><Relationship Id="rId109" Type="http://schemas.openxmlformats.org/officeDocument/2006/relationships/slide" Target="slides/slide9.xml"/><Relationship Id="rId110" Type="http://schemas.openxmlformats.org/officeDocument/2006/relationships/slide" Target="slides/slide10.xml"/><Relationship Id="rId111" Type="http://schemas.openxmlformats.org/officeDocument/2006/relationships/slide" Target="slides/slide11.xml"/><Relationship Id="rId112" Type="http://schemas.openxmlformats.org/officeDocument/2006/relationships/slide" Target="slides/slide12.xml"/><Relationship Id="rId113" Type="http://schemas.openxmlformats.org/officeDocument/2006/relationships/slide" Target="slides/slide13.xml"/><Relationship Id="rId114" Type="http://schemas.openxmlformats.org/officeDocument/2006/relationships/slide" Target="slides/slide14.xml"/><Relationship Id="rId115" Type="http://schemas.openxmlformats.org/officeDocument/2006/relationships/slide" Target="slides/slide15.xml"/><Relationship Id="rId116" Type="http://schemas.openxmlformats.org/officeDocument/2006/relationships/slide" Target="slides/slide16.xml"/><Relationship Id="rId117" Type="http://schemas.openxmlformats.org/officeDocument/2006/relationships/slide" Target="slides/slide17.xml"/><Relationship Id="rId4" Type="http://schemas.openxmlformats.org/officeDocument/2006/relationships/slideMaster" Target="slideMasters/slideMaster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04553-04C5-4BB3-AD4E-8B2EF3CDDAF9}" type="datetimeFigureOut">
              <a:rPr lang="en-US" smtClean="0"/>
              <a:t>5/13/26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A881F-0910-47D3-BD01-4F68834EC3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667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3CB6F0DB-E055-41D0-9102-627A646E4242}" type="datetimeFigureOut">
              <a:rPr lang="en-US" smtClean="0"/>
              <a:pPr/>
              <a:t>5/13/26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</a:defRPr>
            </a:lvl1pPr>
          </a:lstStyle>
          <a:p>
            <a:fld id="{9F4FBC3A-A12C-40F9-BB8D-BC30C79013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909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9C5D994-E647-E15F-5855-615355B145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814E578-7DFB-C273-472E-4EAD46D26ACD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7000">
                <a:schemeClr val="accent4"/>
              </a:gs>
              <a:gs pos="83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3689AEB-304C-881F-44CE-28E14E31AD6E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click to edit"/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Green Theme</a:t>
            </a:r>
          </a:p>
        </p:txBody>
      </p:sp>
      <p:sp>
        <p:nvSpPr>
          <p:cNvPr id="128" name="Subtitle click to edit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placeholder</a:t>
            </a:r>
          </a:p>
        </p:txBody>
      </p:sp>
      <p:sp>
        <p:nvSpPr>
          <p:cNvPr id="7" name="Click to edit Speaker Name ">
            <a:extLst>
              <a:ext uri="{FF2B5EF4-FFF2-40B4-BE49-F238E27FC236}">
                <a16:creationId xmlns:a16="http://schemas.microsoft.com/office/drawing/2014/main" id="{DEA43E1E-B208-4DC4-9D6A-01669D00DA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Speaker Name (Insert pronouns)</a:t>
            </a:r>
          </a:p>
        </p:txBody>
      </p:sp>
      <p:sp>
        <p:nvSpPr>
          <p:cNvPr id="129" name="Click to edit role">
            <a:extLst>
              <a:ext uri="{FF2B5EF4-FFF2-40B4-BE49-F238E27FC236}">
                <a16:creationId xmlns:a16="http://schemas.microsoft.com/office/drawing/2014/main" id="{2111BB8B-7B37-4FB4-B2CD-984FE1C6C5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8" name="Click to edit role">
            <a:extLst>
              <a:ext uri="{FF2B5EF4-FFF2-40B4-BE49-F238E27FC236}">
                <a16:creationId xmlns:a16="http://schemas.microsoft.com/office/drawing/2014/main" id="{006FF8D0-7AF6-C549-9BFB-E838D6CDCA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55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6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57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3" name="Freeform: Shape 3">
            <a:extLst>
              <a:ext uri="{FF2B5EF4-FFF2-40B4-BE49-F238E27FC236}">
                <a16:creationId xmlns:a16="http://schemas.microsoft.com/office/drawing/2014/main" id="{6814E578-7DFB-C273-472E-4EAD46D26ACD}"/>
              </a:ext>
            </a:extLst>
          </p:cNvPr>
          <p:cNvSpPr/>
          <p:nvPr userDrawn="1"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7000">
                <a:schemeClr val="accent4"/>
              </a:gs>
              <a:gs pos="83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4">
            <a:extLst>
              <a:ext uri="{FF2B5EF4-FFF2-40B4-BE49-F238E27FC236}">
                <a16:creationId xmlns:a16="http://schemas.microsoft.com/office/drawing/2014/main" id="{03689AEB-304C-881F-44CE-28E14E31AD6E}"/>
              </a:ext>
            </a:extLst>
          </p:cNvPr>
          <p:cNvSpPr/>
          <p:nvPr userDrawn="1"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BAF838CA-49F3-885B-C026-D4C6B5E51AA9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91AFFF59-3E20-ED5A-C64D-6AD2EC10FA7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6A3A367-AF7A-3CE1-7219-BF42CFB83015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7557BA2-6363-9310-7758-7E46B2725CB3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8E3995A-00E8-9970-E347-1DB033726417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557F3F2-0097-5608-0D6B-ADBD20A05750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A1EE9404-4BD9-8680-1C8A-3B583B49285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FC84855E-D060-5D16-8F8D-2BD34D9B94F5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031F79CD-4C5E-D24F-635E-7A7B4878110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AD1797E-9105-FA8E-4A81-FDC253F04EA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6CDD0DC3-97C4-C10E-1058-099303CC93F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CEBC9053-842B-8221-2B9E-1E02856F997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C3D6A2E6-7175-657A-FFEE-732370A03645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6EE5B3D8-4F75-F4A5-6852-90C7E67B399F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D359421-6F5E-68EB-A130-9078431086FE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B593B1C-97BF-E3FD-9202-FAE7DC7D404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84036B4-CA32-5C66-D108-9873B6C3702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76DBD31D-FDBB-F787-B22E-2F397F09B54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8164034-B26F-5ACB-9B90-EBBD1F9B1137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47DB589-B53E-03EB-2555-D38B1A06D8EF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6F05D4E-954E-5EA3-A012-EBA68A5DEAED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423008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007DB4E-DF1B-4B7A-6FC4-46981281D8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93B8B11-A691-8250-9E87-65BB5A241D07}"/>
              </a:ext>
            </a:extLst>
          </p:cNvPr>
          <p:cNvSpPr/>
          <p:nvPr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16000">
                <a:schemeClr val="accent2"/>
              </a:gs>
              <a:gs pos="90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3963894-AB1A-DA1F-BF82-7542D160FA67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lick to edit Speaker Name ">
            <a:extLst>
              <a:ext uri="{FF2B5EF4-FFF2-40B4-BE49-F238E27FC236}">
                <a16:creationId xmlns:a16="http://schemas.microsoft.com/office/drawing/2014/main" id="{BE8CF301-A89D-F446-8E25-48C52B357C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4" name="Click to edit role">
            <a:extLst>
              <a:ext uri="{FF2B5EF4-FFF2-40B4-BE49-F238E27FC236}">
                <a16:creationId xmlns:a16="http://schemas.microsoft.com/office/drawing/2014/main" id="{A6793BDF-BE4B-0441-BDFD-DE9B2F59D3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7" name="Click to edit role">
            <a:extLst>
              <a:ext uri="{FF2B5EF4-FFF2-40B4-BE49-F238E27FC236}">
                <a16:creationId xmlns:a16="http://schemas.microsoft.com/office/drawing/2014/main" id="{DF9375A3-70DB-2E43-AFE1-9357176168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D1A5F4CE-EB72-C266-1B3B-9C54BD2303E1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2137E5D9-482E-8131-7FF0-1050E10599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01D4578-40C7-2585-4FDC-D466805181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D357427-0517-5C7D-A2F9-9FA354E4992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F2840FE-B7E9-55F1-1465-C3EC98EC0ACE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35EB82F-29DB-B50B-2148-8B6B0BBCAF7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88238D6F-727C-429B-85BB-BB97763DD8B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C614CC9-29E5-4669-6FEA-79EC278FE091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77E21B9D-99B5-B6C1-54E7-0043458780C4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4D857C41-1105-53B4-027A-9AAD9B68FE20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E094421-7705-4F5D-AD3D-5BE22A2FAF7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85723E5-9424-E475-7092-E94E9597350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C1BCA891-9818-3C98-5E5D-CAAA5BC1C8D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88AEA6DD-162C-57F8-3709-64B3B9BC62B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FC17F96D-EC21-771A-4BFB-097D052B25FC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310231D-256A-7136-6FBC-2E63F32653FC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D14B69E-286C-4E39-05BC-F4A507A000E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86A5B8B-2CA3-DA7C-8F1D-838462A9013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CDAF0B3D-FBD5-4563-20CD-70B391907C0A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C54CD76-F7DE-5D47-2726-1FB2EE8F9EBE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itle click to edit">
            <a:extLst>
              <a:ext uri="{FF2B5EF4-FFF2-40B4-BE49-F238E27FC236}">
                <a16:creationId xmlns:a16="http://schemas.microsoft.com/office/drawing/2014/main" id="{3D2AD2AB-2D36-6FA3-D90D-BBA20ECE20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Blue Theme</a:t>
            </a:r>
          </a:p>
        </p:txBody>
      </p:sp>
      <p:sp>
        <p:nvSpPr>
          <p:cNvPr id="4" name="Subtitle click to edit">
            <a:extLst>
              <a:ext uri="{FF2B5EF4-FFF2-40B4-BE49-F238E27FC236}">
                <a16:creationId xmlns:a16="http://schemas.microsoft.com/office/drawing/2014/main" id="{CC0EBB9D-D839-7841-ED94-78F86A22AB9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35" name="Freeform: Shape 14">
            <a:extLst>
              <a:ext uri="{FF2B5EF4-FFF2-40B4-BE49-F238E27FC236}">
                <a16:creationId xmlns:a16="http://schemas.microsoft.com/office/drawing/2014/main" id="{F3963894-AB1A-DA1F-BF82-7542D160FA67}"/>
              </a:ext>
            </a:extLst>
          </p:cNvPr>
          <p:cNvSpPr/>
          <p:nvPr userDrawn="1"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D1A5F4CE-EB72-C266-1B3B-9C54BD2303E1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2137E5D9-482E-8131-7FF0-1050E10599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401D4578-40C7-2585-4FDC-D46680518109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D357427-0517-5C7D-A2F9-9FA354E4992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1F2840FE-B7E9-55F1-1465-C3EC98EC0ACE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35EB82F-29DB-B50B-2148-8B6B0BBCAF7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8238D6F-727C-429B-85BB-BB97763DD8B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C614CC9-29E5-4669-6FEA-79EC278FE091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7E21B9D-99B5-B6C1-54E7-0043458780C4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4D857C41-1105-53B4-027A-9AAD9B68FE20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E094421-7705-4F5D-AD3D-5BE22A2FAF7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485723E5-9424-E475-7092-E94E9597350E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C1BCA891-9818-3C98-5E5D-CAAA5BC1C8D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8AEA6DD-162C-57F8-3709-64B3B9BC62B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FC17F96D-EC21-771A-4BFB-097D052B25FC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D310231D-256A-7136-6FBC-2E63F32653FC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D14B69E-286C-4E39-05BC-F4A507A000E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86A5B8B-2CA3-DA7C-8F1D-838462A90136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DAF0B3D-FBD5-4563-20CD-70B391907C0A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C54CD76-F7DE-5D47-2726-1FB2EE8F9EBE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AC4568A-0320-BB95-EB37-40F255DCBF74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6646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CC06A3C2-D9D3-F0BE-4283-65EFB0C4036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" r="1973" b="1787"/>
          <a:stretch>
            <a:fillRect/>
          </a:stretch>
        </p:blipFill>
        <p:spPr>
          <a:xfrm>
            <a:off x="0" y="658109"/>
            <a:ext cx="12188825" cy="6205839"/>
          </a:xfrm>
          <a:custGeom>
            <a:avLst/>
            <a:gdLst>
              <a:gd name="connsiteX0" fmla="*/ 0 w 12192401"/>
              <a:gd name="connsiteY0" fmla="*/ 0 h 6207660"/>
              <a:gd name="connsiteX1" fmla="*/ 12192401 w 12192401"/>
              <a:gd name="connsiteY1" fmla="*/ 0 h 6207660"/>
              <a:gd name="connsiteX2" fmla="*/ 12192401 w 12192401"/>
              <a:gd name="connsiteY2" fmla="*/ 6207660 h 6207660"/>
              <a:gd name="connsiteX3" fmla="*/ 0 w 12192401"/>
              <a:gd name="connsiteY3" fmla="*/ 6207660 h 620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401" h="620766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44BC68A-DC70-D408-944E-73F6554FC359}"/>
              </a:ext>
            </a:extLst>
          </p:cNvPr>
          <p:cNvSpPr/>
          <p:nvPr userDrawn="1"/>
        </p:nvSpPr>
        <p:spPr>
          <a:xfrm>
            <a:off x="-3811" y="-260"/>
            <a:ext cx="6334843" cy="4737302"/>
          </a:xfrm>
          <a:custGeom>
            <a:avLst/>
            <a:gdLst>
              <a:gd name="connsiteX0" fmla="*/ 0 w 6334843"/>
              <a:gd name="connsiteY0" fmla="*/ 0 h 4737302"/>
              <a:gd name="connsiteX1" fmla="*/ 6334843 w 6334843"/>
              <a:gd name="connsiteY1" fmla="*/ 0 h 4737302"/>
              <a:gd name="connsiteX2" fmla="*/ 1987292 w 6334843"/>
              <a:gd name="connsiteY2" fmla="*/ 4347552 h 4737302"/>
              <a:gd name="connsiteX3" fmla="*/ 1046384 w 6334843"/>
              <a:gd name="connsiteY3" fmla="*/ 4737302 h 4737302"/>
              <a:gd name="connsiteX4" fmla="*/ 0 w 6334843"/>
              <a:gd name="connsiteY4" fmla="*/ 4737302 h 4737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4843" h="4737302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 flip="none" rotWithShape="1">
            <a:gsLst>
              <a:gs pos="45000">
                <a:srgbClr val="4764A1"/>
              </a:gs>
              <a:gs pos="16000">
                <a:schemeClr val="accent5"/>
              </a:gs>
              <a:gs pos="90000">
                <a:schemeClr val="accent3"/>
              </a:gs>
            </a:gsLst>
            <a:lin ang="19200000" scaled="0"/>
            <a:tileRect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Click to edit Speaker Name ">
            <a:extLst>
              <a:ext uri="{FF2B5EF4-FFF2-40B4-BE49-F238E27FC236}">
                <a16:creationId xmlns:a16="http://schemas.microsoft.com/office/drawing/2014/main" id="{179DB1F6-DFFE-5E43-994F-B7DBFB112C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2948" y="4737425"/>
            <a:ext cx="5402202" cy="355601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 lang="en-US" sz="16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Speaker Name (Insert pronouns)</a:t>
            </a:r>
          </a:p>
        </p:txBody>
      </p:sp>
      <p:sp>
        <p:nvSpPr>
          <p:cNvPr id="15" name="Click to edit role">
            <a:extLst>
              <a:ext uri="{FF2B5EF4-FFF2-40B4-BE49-F238E27FC236}">
                <a16:creationId xmlns:a16="http://schemas.microsoft.com/office/drawing/2014/main" id="{6C710D35-A62F-6545-8876-C6793E801C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2948" y="5117480"/>
            <a:ext cx="5402202" cy="355601"/>
          </a:xfrm>
        </p:spPr>
        <p:txBody>
          <a:bodyPr/>
          <a:lstStyle>
            <a:lvl1pPr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Role / Division, Broadcom</a:t>
            </a:r>
          </a:p>
        </p:txBody>
      </p:sp>
      <p:sp>
        <p:nvSpPr>
          <p:cNvPr id="17" name="Click to edit role">
            <a:extLst>
              <a:ext uri="{FF2B5EF4-FFF2-40B4-BE49-F238E27FC236}">
                <a16:creationId xmlns:a16="http://schemas.microsoft.com/office/drawing/2014/main" id="{B7F8A130-4773-4943-B490-D62738C50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2948" y="5485986"/>
            <a:ext cx="5402202" cy="355601"/>
          </a:xfrm>
        </p:spPr>
        <p:txBody>
          <a:bodyPr/>
          <a:lstStyle>
            <a:lvl1pPr algn="l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grpSp>
        <p:nvGrpSpPr>
          <p:cNvPr id="8" name="Graphic 8">
            <a:extLst>
              <a:ext uri="{FF2B5EF4-FFF2-40B4-BE49-F238E27FC236}">
                <a16:creationId xmlns:a16="http://schemas.microsoft.com/office/drawing/2014/main" id="{4F10736E-6ED5-0C6E-6075-508D9F639A18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D557BC25-A922-05FC-1A76-D49030DB2267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E523BF60-312B-1E34-6880-BC3B5C2FB75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6E52B076-2610-E4C9-CEC0-57CF7104EE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CC2BE44-AF25-347C-4A92-7783845A362B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4953679-859B-D0DA-4ABF-07E9F272DAD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B109C9C-4551-1EB8-2259-0F9209674E9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929155CA-1046-8977-BCEE-14423F67DFAE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217C2BD-2BFB-EBAE-BCB1-6E002578E6C9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6D9CBF5-66C1-BF9F-86E0-C51B10B8BEC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2149A32-E8CE-21A2-AF4D-E3E8EF4CD02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780C4423-7890-B27D-0AD6-86D259CD1CF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E499E6B1-EF26-255F-D439-2060C0C8D8C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5D3E6056-C980-C277-4EB0-3122E1B3783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BCA28A45-3EC9-4897-18A7-3B83D668F03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1542068-8764-5E63-7689-E23588FB9F9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82CE85A8-18B9-28CA-3CA7-AF69CD0E7E65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240059C-90E8-4CCA-BF9E-22A49938C59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8783A41-2765-E1DC-1DCD-C4E2CF3FF0E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54F7A79-211B-C147-2C67-7F3BF390F35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itle click to edit">
            <a:extLst>
              <a:ext uri="{FF2B5EF4-FFF2-40B4-BE49-F238E27FC236}">
                <a16:creationId xmlns:a16="http://schemas.microsoft.com/office/drawing/2014/main" id="{7692B9CF-CBD9-8BB1-F230-4EB7B6F8F8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2949" y="1701846"/>
            <a:ext cx="5102866" cy="1234440"/>
          </a:xfrm>
        </p:spPr>
        <p:txBody>
          <a:bodyPr wrap="square" anchor="b"/>
          <a:lstStyle>
            <a:lvl1pPr algn="l">
              <a:defRPr sz="40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Title Slide – Purple Theme</a:t>
            </a:r>
          </a:p>
        </p:txBody>
      </p:sp>
      <p:sp>
        <p:nvSpPr>
          <p:cNvPr id="4" name="Subtitle click to edit">
            <a:extLst>
              <a:ext uri="{FF2B5EF4-FFF2-40B4-BE49-F238E27FC236}">
                <a16:creationId xmlns:a16="http://schemas.microsoft.com/office/drawing/2014/main" id="{5D44BD56-856D-6181-240D-ED5454B98CF0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592948" y="2986547"/>
            <a:ext cx="5116452" cy="41640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 placeholder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D16AAF9-608F-69E5-7209-741EB708452B}"/>
              </a:ext>
            </a:extLst>
          </p:cNvPr>
          <p:cNvSpPr/>
          <p:nvPr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rgbClr val="6C4B91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4F10736E-6ED5-0C6E-6075-508D9F639A18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D557BC25-A922-05FC-1A76-D49030DB2267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E523BF60-312B-1E34-6880-BC3B5C2FB75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52B076-2610-E4C9-CEC0-57CF7104EE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8CC2BE44-AF25-347C-4A92-7783845A362B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34953679-859B-D0DA-4ABF-07E9F272DAD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B109C9C-4551-1EB8-2259-0F9209674E9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929155CA-1046-8977-BCEE-14423F67DFAE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9217C2BD-2BFB-EBAE-BCB1-6E002578E6C9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6D9CBF5-66C1-BF9F-86E0-C51B10B8BEC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B2149A32-E8CE-21A2-AF4D-E3E8EF4CD02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80C4423-7890-B27D-0AD6-86D259CD1CF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499E6B1-EF26-255F-D439-2060C0C8D8C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5D3E6056-C980-C277-4EB0-3122E1B3783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BCA28A45-3EC9-4897-18A7-3B83D668F03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542068-8764-5E63-7689-E23588FB9F9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2CE85A8-18B9-28CA-3CA7-AF69CD0E7E65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240059C-90E8-4CCA-BF9E-22A49938C59A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78783A41-2765-E1DC-1DCD-C4E2CF3FF0E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354F7A79-211B-C147-2C67-7F3BF390F35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9" name="Freeform: Shape 67">
            <a:extLst>
              <a:ext uri="{FF2B5EF4-FFF2-40B4-BE49-F238E27FC236}">
                <a16:creationId xmlns:a16="http://schemas.microsoft.com/office/drawing/2014/main" id="{0D16AAF9-608F-69E5-7209-741EB708452B}"/>
              </a:ext>
            </a:extLst>
          </p:cNvPr>
          <p:cNvSpPr/>
          <p:nvPr userDrawn="1"/>
        </p:nvSpPr>
        <p:spPr>
          <a:xfrm>
            <a:off x="-7657" y="648483"/>
            <a:ext cx="12205474" cy="5413289"/>
          </a:xfrm>
          <a:custGeom>
            <a:avLst/>
            <a:gdLst>
              <a:gd name="connsiteX0" fmla="*/ 7251847 w 12205474"/>
              <a:gd name="connsiteY0" fmla="*/ 0 h 5413289"/>
              <a:gd name="connsiteX1" fmla="*/ 12205474 w 12205474"/>
              <a:gd name="connsiteY1" fmla="*/ 0 h 5413289"/>
              <a:gd name="connsiteX2" fmla="*/ 12205474 w 12205474"/>
              <a:gd name="connsiteY2" fmla="*/ 76269 h 5413289"/>
              <a:gd name="connsiteX3" fmla="*/ 7251847 w 12205474"/>
              <a:gd name="connsiteY3" fmla="*/ 76269 h 5413289"/>
              <a:gd name="connsiteX4" fmla="*/ 6672965 w 12205474"/>
              <a:gd name="connsiteY4" fmla="*/ 191435 h 5413289"/>
              <a:gd name="connsiteX5" fmla="*/ 6182235 w 12205474"/>
              <a:gd name="connsiteY5" fmla="*/ 519327 h 5413289"/>
              <a:gd name="connsiteX6" fmla="*/ 1792619 w 12205474"/>
              <a:gd name="connsiteY6" fmla="*/ 4923656 h 5413289"/>
              <a:gd name="connsiteX7" fmla="*/ 1252315 w 12205474"/>
              <a:gd name="connsiteY7" fmla="*/ 5284725 h 5413289"/>
              <a:gd name="connsiteX8" fmla="*/ 615085 w 12205474"/>
              <a:gd name="connsiteY8" fmla="*/ 5411458 h 5413289"/>
              <a:gd name="connsiteX9" fmla="*/ 0 w 12205474"/>
              <a:gd name="connsiteY9" fmla="*/ 5413289 h 5413289"/>
              <a:gd name="connsiteX10" fmla="*/ 0 w 12205474"/>
              <a:gd name="connsiteY10" fmla="*/ 5336993 h 5413289"/>
              <a:gd name="connsiteX11" fmla="*/ 615085 w 12205474"/>
              <a:gd name="connsiteY11" fmla="*/ 5335189 h 5413289"/>
              <a:gd name="connsiteX12" fmla="*/ 1738659 w 12205474"/>
              <a:gd name="connsiteY12" fmla="*/ 4869823 h 5413289"/>
              <a:gd name="connsiteX13" fmla="*/ 6128274 w 12205474"/>
              <a:gd name="connsiteY13" fmla="*/ 465366 h 5413289"/>
              <a:gd name="connsiteX14" fmla="*/ 7251847 w 12205474"/>
              <a:gd name="connsiteY14" fmla="*/ 0 h 5413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5474" h="5413289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rgbClr val="6C4B91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76E0D8-08E5-5C29-F0C2-9A437B893DA8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337495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AB8D1A6B-3CE6-468D-804E-6300F8B6DC81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CD82C-92EF-52E3-6D43-409D112BB96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9600" y="1267608"/>
            <a:ext cx="1939925" cy="1969770"/>
          </a:xfrm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48148D-4A41-A447-0432-B69E69A9435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894013" y="1267608"/>
            <a:ext cx="7335837" cy="4337050"/>
          </a:xfrm>
        </p:spPr>
        <p:txBody>
          <a:bodyPr/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/>
            </a:lvl1pPr>
            <a:lvl2pPr marL="804863" indent="-347663">
              <a:buClr>
                <a:schemeClr val="accent2"/>
              </a:buClr>
              <a:defRPr sz="2400"/>
            </a:lvl2pPr>
            <a:lvl3pPr marL="1033463" indent="-346075">
              <a:buClr>
                <a:schemeClr val="accent2"/>
              </a:buClr>
              <a:defRPr sz="2000"/>
            </a:lvl3pPr>
            <a:lvl4pPr marL="1262063" indent="-342900">
              <a:buClr>
                <a:schemeClr val="accent2"/>
              </a:buClr>
              <a:defRPr sz="1800"/>
            </a:lvl4pPr>
            <a:lvl5pPr marL="1490663" indent="-347663">
              <a:buClr>
                <a:schemeClr val="accent2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01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1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4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880B34-1E61-BED8-9D19-CC47E69A1FF0}"/>
              </a:ext>
            </a:extLst>
          </p:cNvPr>
          <p:cNvSpPr/>
          <p:nvPr userDrawn="1"/>
        </p:nvSpPr>
        <p:spPr>
          <a:xfrm>
            <a:off x="6525510" y="666685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4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0A83C12-6BEB-4E4C-9FB0-AA1FB4C661B1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25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87869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Section Title Option 2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74010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BDEC133-91F8-98FE-DF2D-3917EC311D68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274E202C-D42A-664B-A387-688ED8610969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62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9107" y="938794"/>
            <a:ext cx="6555971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 xml:space="preserve">Section Title Option 3 </a:t>
            </a:r>
            <a:br>
              <a:rPr lang="en-US"/>
            </a:br>
            <a:r>
              <a:rPr lang="en-US"/>
              <a:t>Purple Theme</a:t>
            </a:r>
          </a:p>
        </p:txBody>
      </p:sp>
      <p:sp>
        <p:nvSpPr>
          <p:cNvPr id="128" name="Subtitle">
            <a:extLst>
              <a:ext uri="{FF2B5EF4-FFF2-40B4-BE49-F238E27FC236}">
                <a16:creationId xmlns:a16="http://schemas.microsoft.com/office/drawing/2014/main" id="{6EBAFA4D-7B92-4E38-8320-94F3BCA2E41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54211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43FD454-1DEA-D13A-0DE1-B9CABA1ED1FE}"/>
              </a:ext>
            </a:extLst>
          </p:cNvPr>
          <p:cNvSpPr/>
          <p:nvPr/>
        </p:nvSpPr>
        <p:spPr>
          <a:xfrm>
            <a:off x="6524631" y="635863"/>
            <a:ext cx="5663315" cy="5331994"/>
          </a:xfrm>
          <a:custGeom>
            <a:avLst/>
            <a:gdLst>
              <a:gd name="connsiteX0" fmla="*/ 5663315 w 5663315"/>
              <a:gd name="connsiteY0" fmla="*/ 0 h 5331994"/>
              <a:gd name="connsiteX1" fmla="*/ 5663315 w 5663315"/>
              <a:gd name="connsiteY1" fmla="*/ 2653504 h 5331994"/>
              <a:gd name="connsiteX2" fmla="*/ 3356810 w 5663315"/>
              <a:gd name="connsiteY2" fmla="*/ 4960016 h 5331994"/>
              <a:gd name="connsiteX3" fmla="*/ 2458806 w 5663315"/>
              <a:gd name="connsiteY3" fmla="*/ 5331994 h 5331994"/>
              <a:gd name="connsiteX4" fmla="*/ 127247 w 5663315"/>
              <a:gd name="connsiteY4" fmla="*/ 5331994 h 5331994"/>
              <a:gd name="connsiteX5" fmla="*/ 37459 w 5663315"/>
              <a:gd name="connsiteY5" fmla="*/ 5115208 h 5331994"/>
              <a:gd name="connsiteX6" fmla="*/ 4781475 w 5663315"/>
              <a:gd name="connsiteY6" fmla="*/ 371179 h 5331994"/>
              <a:gd name="connsiteX7" fmla="*/ 5553942 w 5663315"/>
              <a:gd name="connsiteY7" fmla="*/ 5414 h 53319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63315" h="5331994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9000">
                <a:schemeClr val="accent3"/>
              </a:gs>
            </a:gsLst>
            <a:lin ang="1890000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8424C6A4-7F55-9842-969F-317F913DCB90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98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–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blue sky with white clouds  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AC6091C-E947-4C0C-85B0-C87C084ACB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Section Title</a:t>
            </a:r>
            <a:br>
              <a:rPr lang="en-US" dirty="0"/>
            </a:br>
            <a:r>
              <a:rPr lang="en-US" dirty="0"/>
              <a:t>with photo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A2044BBD-0109-43FF-A52D-8FA2841A4DF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20FE76-7A87-7399-596D-E0FEF058B0CD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 xml:space="preserve">Broadcom Proprietary and Confidential. Copyright © 2024 Broadcom.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BD153-E1CF-732C-38F2-BE38AC4DA9B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6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9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/>
        </p:nvSpPr>
        <p:spPr bwMode="white"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" name="Picture 29" descr="A blue sky with white clouds  Description automatically generated">
            <a:extLst>
              <a:ext uri="{FF2B5EF4-FFF2-40B4-BE49-F238E27FC236}">
                <a16:creationId xmlns:a16="http://schemas.microsoft.com/office/drawing/2014/main" id="{D1601FB6-7205-3D56-8322-782554EE92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9974" y="1239062"/>
            <a:ext cx="7508851" cy="56316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FB41C97-3B72-BBBF-039B-56D8186F8F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9" y="-496"/>
            <a:ext cx="12187945" cy="6858495"/>
          </a:xfrm>
          <a:prstGeom prst="rect">
            <a:avLst/>
          </a:prstGeom>
        </p:spPr>
      </p:pic>
      <p:sp>
        <p:nvSpPr>
          <p:cNvPr id="38" name="Freeform: Shape 14">
            <a:extLst>
              <a:ext uri="{FF2B5EF4-FFF2-40B4-BE49-F238E27FC236}">
                <a16:creationId xmlns:a16="http://schemas.microsoft.com/office/drawing/2014/main" id="{C417634E-D293-9DD1-5893-0DC6BD57B448}"/>
              </a:ext>
            </a:extLst>
          </p:cNvPr>
          <p:cNvSpPr/>
          <p:nvPr userDrawn="1"/>
        </p:nvSpPr>
        <p:spPr>
          <a:xfrm>
            <a:off x="5801096" y="1239062"/>
            <a:ext cx="6406144" cy="5618939"/>
          </a:xfrm>
          <a:custGeom>
            <a:avLst/>
            <a:gdLst>
              <a:gd name="connsiteX0" fmla="*/ 6312206 w 6406144"/>
              <a:gd name="connsiteY0" fmla="*/ 0 h 5618939"/>
              <a:gd name="connsiteX1" fmla="*/ 6406144 w 6406144"/>
              <a:gd name="connsiteY1" fmla="*/ 0 h 5618939"/>
              <a:gd name="connsiteX2" fmla="*/ 6406144 w 6406144"/>
              <a:gd name="connsiteY2" fmla="*/ 76059 h 5618939"/>
              <a:gd name="connsiteX3" fmla="*/ 6312206 w 6406144"/>
              <a:gd name="connsiteY3" fmla="*/ 76059 h 5618939"/>
              <a:gd name="connsiteX4" fmla="*/ 5192668 w 6406144"/>
              <a:gd name="connsiteY4" fmla="*/ 539757 h 5618939"/>
              <a:gd name="connsiteX5" fmla="*/ 118525 w 6406144"/>
              <a:gd name="connsiteY5" fmla="*/ 5613965 h 5618939"/>
              <a:gd name="connsiteX6" fmla="*/ 113031 w 6406144"/>
              <a:gd name="connsiteY6" fmla="*/ 5618939 h 5618939"/>
              <a:gd name="connsiteX7" fmla="*/ 0 w 6406144"/>
              <a:gd name="connsiteY7" fmla="*/ 5618939 h 5618939"/>
              <a:gd name="connsiteX8" fmla="*/ 64758 w 6406144"/>
              <a:gd name="connsiteY8" fmla="*/ 5560198 h 5618939"/>
              <a:gd name="connsiteX9" fmla="*/ 5138965 w 6406144"/>
              <a:gd name="connsiteY9" fmla="*/ 485927 h 5618939"/>
              <a:gd name="connsiteX10" fmla="*/ 5677265 w 6406144"/>
              <a:gd name="connsiteY10" fmla="*/ 126279 h 5618939"/>
              <a:gd name="connsiteX11" fmla="*/ 6312206 w 6406144"/>
              <a:gd name="connsiteY11" fmla="*/ 0 h 56189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406144" h="5618939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22000">
                <a:schemeClr val="accent3"/>
              </a:gs>
              <a:gs pos="80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41" name="Graphic 8">
            <a:extLst>
              <a:ext uri="{FF2B5EF4-FFF2-40B4-BE49-F238E27FC236}">
                <a16:creationId xmlns:a16="http://schemas.microsoft.com/office/drawing/2014/main" id="{5FB75E1E-5ECF-39E5-683F-83EA2E7C5F92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A736F19C-96C1-E942-EC49-229F7A3B68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B1A2322-1B68-222D-5C7B-21BC4BC5E9B2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3142B55-436D-ED55-5414-22B3121F6B08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A95B898B-465D-B4F2-6571-A666D3CD81EC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A6885C5F-AB44-9AFC-AF3D-CFDB30C3574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ABC8F96-B643-EE7D-4B62-9CBDC7BFD07B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2B7B857-129B-BC06-1EE1-5C3BC6B5267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871B6-7C77-63CC-29EB-8804C9EC800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5CACC287-3144-5F41-8878-740F834ADF8A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F8C02031-CB2A-138B-7806-B09A9CE926C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78B31A38-6074-8D62-E841-01F7C003A861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3" name="Graphic 8">
              <a:extLst>
                <a:ext uri="{FF2B5EF4-FFF2-40B4-BE49-F238E27FC236}">
                  <a16:creationId xmlns:a16="http://schemas.microsoft.com/office/drawing/2014/main" id="{77DD52C8-412A-7D6C-40F7-9F926370308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FA0598CE-0EFB-5D16-AD05-A617D8FD011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1B18338C-ED9F-9E96-D92B-177F967C7B38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9AA51AF-6364-0953-6B79-D6A5BB8E5A57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BA45DA74-A818-75F8-ADB4-89A89BB2FAA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7CCC9E1A-1D2F-F8A5-404B-348175CD2EAD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866EE839-CF73-18CC-B4C4-9D7E5AFFDB12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0634225E-0119-0295-531B-BE94DFF783F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61" name="page number">
            <a:extLst>
              <a:ext uri="{FF2B5EF4-FFF2-40B4-BE49-F238E27FC236}">
                <a16:creationId xmlns:a16="http://schemas.microsoft.com/office/drawing/2014/main" id="{75CEFF6F-DEAE-124A-A7E8-4A2D776D0794}"/>
              </a:ext>
            </a:extLst>
          </p:cNvPr>
          <p:cNvSpPr txBox="1"/>
          <p:nvPr userDrawn="1"/>
        </p:nvSpPr>
        <p:spPr bwMode="white"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47260-FA76-99A5-7F64-73F3D1395242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01929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 text on left, green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0CA8A2D-22C2-3546-ACA3-B76C2A2C9541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59E5035-F2CA-5C90-AD93-9207A8ED2F62}"/>
              </a:ext>
            </a:extLst>
          </p:cNvPr>
          <p:cNvSpPr/>
          <p:nvPr userDrawn="1"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page number">
            <a:extLst>
              <a:ext uri="{FF2B5EF4-FFF2-40B4-BE49-F238E27FC236}">
                <a16:creationId xmlns:a16="http://schemas.microsoft.com/office/drawing/2014/main" id="{81F6B6E3-D446-FF48-A968-0E6ED9485DE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C621A2F7-988C-ED6D-1AAA-CEAF06253999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4A6ACE21-0A03-EC70-5DBC-8E24FC06ADF2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EE83912F-EA49-AA8F-3B48-225EEF2EA8B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D1DC55-84B7-B92A-BCFA-DFC508914BD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9C7F5544-2C4C-9EB4-BFC3-2118CC2F9BE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8F4FBC32-8CCB-A8DE-008D-E983BC49C597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4DB09DF-6B90-E805-64A1-73441DB3E36E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E5B325E-5171-7178-FE92-B40E2F02AF4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1EA8AE-D6A6-69F1-6D6F-08D9ABD7A248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13CAF36-8DCE-BF49-8252-4504197E4A92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53212E81-53F5-5829-40FB-278F96FDFA6C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3338560F-F08F-341E-96FD-FB179B1E809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DC09D6A6-FC34-3B36-E8EC-98961A5FA1BD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9CCE1282-066F-6767-9D2B-FE3B24B48F39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87A55781-F6F4-75D8-D30A-EFE0009E6C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06E5A16E-7654-E118-45E7-5CF8ECB9510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416A2B2-8CB4-B23D-B227-F3FAAF99834D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3A1E132-C6A0-D3F7-1605-AAC4E663D921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03331D7F-C33C-F017-A7E8-936854F6A83C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D1EAD065-3541-65E6-D334-D9E34E0883DA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9A8E157-0B0B-6FF1-18E9-97BC0A1FEDB9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72992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1">
            <a:extLst>
              <a:ext uri="{FF2B5EF4-FFF2-40B4-BE49-F238E27FC236}">
                <a16:creationId xmlns:a16="http://schemas.microsoft.com/office/drawing/2014/main" id="{A2B10396-5330-52E9-6CAB-81B94A8222ED}"/>
              </a:ext>
            </a:extLst>
          </p:cNvPr>
          <p:cNvSpPr/>
          <p:nvPr userDrawn="1"/>
        </p:nvSpPr>
        <p:spPr>
          <a:xfrm>
            <a:off x="0" y="0"/>
            <a:ext cx="12188825" cy="6033051"/>
          </a:xfrm>
          <a:custGeom>
            <a:avLst/>
            <a:gdLst>
              <a:gd name="connsiteX0" fmla="*/ 0 w 12197292"/>
              <a:gd name="connsiteY0" fmla="*/ 0 h 6041519"/>
              <a:gd name="connsiteX1" fmla="*/ 12197292 w 12197292"/>
              <a:gd name="connsiteY1" fmla="*/ 0 h 6041519"/>
              <a:gd name="connsiteX2" fmla="*/ 12197292 w 12197292"/>
              <a:gd name="connsiteY2" fmla="*/ 1911192 h 6041519"/>
              <a:gd name="connsiteX3" fmla="*/ 11193762 w 12197292"/>
              <a:gd name="connsiteY3" fmla="*/ 1911192 h 6041519"/>
              <a:gd name="connsiteX4" fmla="*/ 10074486 w 12197292"/>
              <a:gd name="connsiteY4" fmla="*/ 2374782 h 6041519"/>
              <a:gd name="connsiteX5" fmla="*/ 6871338 w 12197292"/>
              <a:gd name="connsiteY5" fmla="*/ 5577930 h 6041519"/>
              <a:gd name="connsiteX6" fmla="*/ 5752064 w 12197292"/>
              <a:gd name="connsiteY6" fmla="*/ 6041519 h 6041519"/>
              <a:gd name="connsiteX7" fmla="*/ 0 w 12197292"/>
              <a:gd name="connsiteY7" fmla="*/ 6041519 h 604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7292" h="6041519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0000"/>
              </a:scheme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1B00066-9E85-96DD-B59A-251D959E616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1324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blue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A92ABA6C-6064-9743-BF58-8AB21015448D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5" name="page number">
            <a:extLst>
              <a:ext uri="{FF2B5EF4-FFF2-40B4-BE49-F238E27FC236}">
                <a16:creationId xmlns:a16="http://schemas.microsoft.com/office/drawing/2014/main" id="{DBC60254-9AEC-2A49-ABD6-870EE5B97F6C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8" name="Graphic 8">
            <a:extLst>
              <a:ext uri="{FF2B5EF4-FFF2-40B4-BE49-F238E27FC236}">
                <a16:creationId xmlns:a16="http://schemas.microsoft.com/office/drawing/2014/main" id="{B4758132-41E7-3AF2-6888-E57AAB57C2D4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841EEAAB-23AC-D47F-388D-63F547C46C21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839177EB-25CC-E79E-A327-2BF623A161BE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B93DD2BC-5C52-5195-64BD-BFCD915CF82D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90A28C3-198B-4594-AB38-1CE30B5D0214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E0E9C1D5-3541-16BA-CEE1-D36FB913E53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77E6E0D3-D668-DC02-6C5C-D264C0A21A06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0E12C13F-B40E-0E62-F7DF-0FA5A72F12B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67D0ED2A-A79A-EDD1-6128-A2BB3C970351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18F3992B-F766-6C32-DA41-32FB6C066B84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6DC7707-25A9-7955-BDAC-5DF1F39C7B34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83F4BF48-49F0-33A3-0F4E-FEADBAE31AC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9F293A06-D73B-D05A-23FE-FA9269E430A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2E537BBB-F233-E0B1-8E78-2148B6BFDBBE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642831E7-C031-4A62-CFCB-77A23B83A3F0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59491B63-148F-0FC2-21A9-ABC99A899BC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00C0482C-FE70-D0EB-BC58-46565B7E646F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BA9FFF7A-6D39-6D56-9C49-47587F5E2D5F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F1373C-9ED7-35FB-11BE-D84A18B28D6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7237885B-F058-C3AD-B633-20EEB1A8AE2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67D46B-3BAF-FC5E-6BBB-503B5B6BCA1C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396944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08D3F09-D706-3940-8906-CE0F09AC4B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5462158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text on left, purple parallelograms on the right.”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1E51E88-6733-7942-B20E-2C56F8B2E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4581144" cy="274320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1" name="Picture Placeholder 11" descr="logo placeholder: click to insert logo or delete box if not needed">
            <a:extLst>
              <a:ext uri="{FF2B5EF4-FFF2-40B4-BE49-F238E27FC236}">
                <a16:creationId xmlns:a16="http://schemas.microsoft.com/office/drawing/2014/main" id="{953CF3A7-833E-B042-A405-AB46430C4476}"/>
              </a:ext>
            </a:extLst>
          </p:cNvPr>
          <p:cNvSpPr>
            <a:spLocks noGrp="1"/>
          </p:cNvSpPr>
          <p:nvPr>
            <p:ph type="pic" sz="quarter" idx="4294967295" hasCustomPrompt="1"/>
          </p:nvPr>
        </p:nvSpPr>
        <p:spPr>
          <a:xfrm>
            <a:off x="8925484" y="4619335"/>
            <a:ext cx="2740025" cy="1371600"/>
          </a:xfrm>
        </p:spPr>
        <p:txBody>
          <a:bodyPr/>
          <a:lstStyle/>
          <a:p>
            <a:r>
              <a:rPr lang="en-US" dirty="0"/>
              <a:t>Click to insert logo or delete box if not needed</a:t>
            </a: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7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8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6" name="Freeform: Shape 2">
            <a:extLst>
              <a:ext uri="{FF2B5EF4-FFF2-40B4-BE49-F238E27FC236}">
                <a16:creationId xmlns:a16="http://schemas.microsoft.com/office/drawing/2014/main" id="{5791E300-9585-C59E-EED2-EB5190E58F2C}"/>
              </a:ext>
            </a:extLst>
          </p:cNvPr>
          <p:cNvSpPr/>
          <p:nvPr userDrawn="1"/>
        </p:nvSpPr>
        <p:spPr>
          <a:xfrm>
            <a:off x="-8466" y="1838847"/>
            <a:ext cx="12203641" cy="4206431"/>
          </a:xfrm>
          <a:custGeom>
            <a:avLst/>
            <a:gdLst>
              <a:gd name="connsiteX0" fmla="*/ 11193762 w 12203641"/>
              <a:gd name="connsiteY0" fmla="*/ 0 h 4206431"/>
              <a:gd name="connsiteX1" fmla="*/ 12203641 w 12203641"/>
              <a:gd name="connsiteY1" fmla="*/ 0 h 4206431"/>
              <a:gd name="connsiteX2" fmla="*/ 12203641 w 12203641"/>
              <a:gd name="connsiteY2" fmla="*/ 76041 h 4206431"/>
              <a:gd name="connsiteX3" fmla="*/ 11193825 w 12203641"/>
              <a:gd name="connsiteY3" fmla="*/ 76041 h 4206431"/>
              <a:gd name="connsiteX4" fmla="*/ 10074550 w 12203641"/>
              <a:gd name="connsiteY4" fmla="*/ 539630 h 4206431"/>
              <a:gd name="connsiteX5" fmla="*/ 6871401 w 12203641"/>
              <a:gd name="connsiteY5" fmla="*/ 3742842 h 4206431"/>
              <a:gd name="connsiteX6" fmla="*/ 5752127 w 12203641"/>
              <a:gd name="connsiteY6" fmla="*/ 4206431 h 4206431"/>
              <a:gd name="connsiteX7" fmla="*/ 0 w 12203641"/>
              <a:gd name="connsiteY7" fmla="*/ 4206431 h 4206431"/>
              <a:gd name="connsiteX8" fmla="*/ 0 w 12203641"/>
              <a:gd name="connsiteY8" fmla="*/ 4130391 h 4206431"/>
              <a:gd name="connsiteX9" fmla="*/ 5752127 w 12203641"/>
              <a:gd name="connsiteY9" fmla="*/ 4130391 h 4206431"/>
              <a:gd name="connsiteX10" fmla="*/ 6328796 w 12203641"/>
              <a:gd name="connsiteY10" fmla="*/ 4015665 h 4206431"/>
              <a:gd name="connsiteX11" fmla="*/ 6817648 w 12203641"/>
              <a:gd name="connsiteY11" fmla="*/ 3689025 h 4206431"/>
              <a:gd name="connsiteX12" fmla="*/ 10020795 w 12203641"/>
              <a:gd name="connsiteY12" fmla="*/ 485877 h 4206431"/>
              <a:gd name="connsiteX13" fmla="*/ 11193762 w 12203641"/>
              <a:gd name="connsiteY13" fmla="*/ 0 h 4206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203641" h="4206431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9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page number">
            <a:extLst>
              <a:ext uri="{FF2B5EF4-FFF2-40B4-BE49-F238E27FC236}">
                <a16:creationId xmlns:a16="http://schemas.microsoft.com/office/drawing/2014/main" id="{D03B3F1E-BEE4-0C40-B954-F58A7FCE9AE3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40" name="Graphic 8">
            <a:extLst>
              <a:ext uri="{FF2B5EF4-FFF2-40B4-BE49-F238E27FC236}">
                <a16:creationId xmlns:a16="http://schemas.microsoft.com/office/drawing/2014/main" id="{47818FA4-8AE2-A4B0-1EE8-9FE4A6BDD41B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906FE88E-54E3-F8F3-4AD1-B3FBBC7E3C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4A0F722-B555-E2A4-6E62-A0DD337E8B5C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CE114C9D-2007-BC9E-F8AA-887AAF26A734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30CB1C40-B903-28F3-C47C-EE2DF741FB96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5F87C1F4-D1C4-5FD0-7410-12E7D3F9CF6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E2B126C2-3690-5E26-6606-DC917F25582A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08446EC-DFFD-44E5-1C5F-06F1ADF8E18C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4D0F02A7-67C9-E3C0-51B8-692EC9B9B96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6865D6C8-4059-8F52-0699-D70C865CD04D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7EA55EE1-6F19-AA1B-CC75-7F97E97AAA97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EA15FB2-7F2D-EC93-1A40-74348B9A6E0D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2" name="Graphic 8">
              <a:extLst>
                <a:ext uri="{FF2B5EF4-FFF2-40B4-BE49-F238E27FC236}">
                  <a16:creationId xmlns:a16="http://schemas.microsoft.com/office/drawing/2014/main" id="{8DA67385-AEE0-35D7-24E9-3A1C9A997AB6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140BF28-9D00-E372-4C58-192831AB25B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9502AFFA-C636-75B6-47E4-75665F32F63A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255A0F95-5DB1-12F9-464F-DAACA1FAD4F0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E6E8C204-FC1F-FDD2-FE85-ED3286B80D6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A65EBA96-8564-79A7-2A73-18756ED609DC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CCC651D2-5530-6772-23D5-458FB86B627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3F018CD-2167-521F-44FD-1C199026C8F4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DDD0B23-63DE-6951-34B4-9D6FD0B6A5F1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03344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–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Looking up view of a tall building with glass windows  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/>
        </p:nvSpPr>
        <p:spPr>
          <a:xfrm>
            <a:off x="6477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D6F3E-7865-E329-FB61-00E1B7D783BB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 xml:space="preserve">Broadcom Proprietary and Confidential. Copyright © 2024 Broadcom.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BF91FF-526A-910F-03F2-2D4C07A9F111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5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7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6C21BA7-C6D2-446E-8FD2-266107E90C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912" y="1600200"/>
            <a:ext cx="4754880" cy="3200400"/>
          </a:xfrm>
        </p:spPr>
        <p:txBody>
          <a:bodyPr anchor="b"/>
          <a:lstStyle>
            <a:lvl1pPr marL="169863" indent="-169863">
              <a:buClrTx/>
              <a:buSzPct val="100000"/>
              <a:buFont typeface="Metropolis" panose="00000500000000000000" pitchFamily="2" charset="0"/>
              <a:buChar char="“"/>
              <a:defRPr sz="2800">
                <a:solidFill>
                  <a:schemeClr val="accent2"/>
                </a:solidFill>
              </a:defRPr>
            </a:lvl1pPr>
            <a:lvl2pPr marL="457200" indent="-184150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2pPr>
            <a:lvl3pPr marL="744538" indent="-16986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3pPr>
            <a:lvl4pPr marL="969963" indent="-166688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4pPr>
            <a:lvl5pPr marL="1143000" indent="-138113">
              <a:buClrTx/>
              <a:buFont typeface="Metropolis" panose="00000500000000000000" pitchFamily="2" charset="0"/>
              <a:buChar char="“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Quote page with photo showing a building. Click to replace text.”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62CBDD-60C2-443D-88B5-C596896049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648" y="5065776"/>
            <a:ext cx="3591052" cy="674624"/>
          </a:xfrm>
        </p:spPr>
        <p:txBody>
          <a:bodyPr/>
          <a:lstStyle>
            <a:lvl1pPr marL="285750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>
                  <a:lumMod val="60000"/>
                  <a:lumOff val="40000"/>
                </a:schemeClr>
              </a:buClr>
              <a:buSzPct val="90000"/>
              <a:buFont typeface="Arial" panose="020B0604020202020204" pitchFamily="34" charset="0"/>
              <a:buChar char="​"/>
            </a:pPr>
            <a:r>
              <a:rPr lang="en-US" dirty="0"/>
              <a:t>Source Name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1" name="Picture 30" descr="Looking up view of a tall building with glass windows  Description automatically generated">
            <a:extLst>
              <a:ext uri="{FF2B5EF4-FFF2-40B4-BE49-F238E27FC236}">
                <a16:creationId xmlns:a16="http://schemas.microsoft.com/office/drawing/2014/main" id="{B3DA20F2-2D53-3AEB-2E52-5879AB1D3B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9644796-3BE2-09B0-F95D-F4AB56E62FD2}"/>
              </a:ext>
            </a:extLst>
          </p:cNvPr>
          <p:cNvSpPr/>
          <p:nvPr userDrawn="1"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59553">
                <a:srgbClr val="FFFFFF">
                  <a:alpha val="0"/>
                </a:srgbClr>
              </a:gs>
              <a:gs pos="35000">
                <a:srgbClr val="FFFFFF"/>
              </a:gs>
              <a:gs pos="78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Freeform: Shape 9">
            <a:extLst>
              <a:ext uri="{FF2B5EF4-FFF2-40B4-BE49-F238E27FC236}">
                <a16:creationId xmlns:a16="http://schemas.microsoft.com/office/drawing/2014/main" id="{6DAA0A2E-4B76-3DD4-CF2D-B4E2E491F351}"/>
              </a:ext>
            </a:extLst>
          </p:cNvPr>
          <p:cNvSpPr/>
          <p:nvPr userDrawn="1"/>
        </p:nvSpPr>
        <p:spPr>
          <a:xfrm>
            <a:off x="6477" y="0"/>
            <a:ext cx="10295334" cy="6040452"/>
          </a:xfrm>
          <a:custGeom>
            <a:avLst/>
            <a:gdLst>
              <a:gd name="connsiteX0" fmla="*/ 10186830 w 10295334"/>
              <a:gd name="connsiteY0" fmla="*/ 0 h 6040452"/>
              <a:gd name="connsiteX1" fmla="*/ 10295334 w 10295334"/>
              <a:gd name="connsiteY1" fmla="*/ 0 h 6040452"/>
              <a:gd name="connsiteX2" fmla="*/ 4722761 w 10295334"/>
              <a:gd name="connsiteY2" fmla="*/ 5572574 h 6040452"/>
              <a:gd name="connsiteX3" fmla="*/ 3593131 w 10295334"/>
              <a:gd name="connsiteY3" fmla="*/ 6040452 h 6040452"/>
              <a:gd name="connsiteX4" fmla="*/ 0 w 10295334"/>
              <a:gd name="connsiteY4" fmla="*/ 6040452 h 6040452"/>
              <a:gd name="connsiteX5" fmla="*/ 0 w 10295334"/>
              <a:gd name="connsiteY5" fmla="*/ 5963772 h 6040452"/>
              <a:gd name="connsiteX6" fmla="*/ 3593131 w 10295334"/>
              <a:gd name="connsiteY6" fmla="*/ 5963772 h 6040452"/>
              <a:gd name="connsiteX7" fmla="*/ 4175135 w 10295334"/>
              <a:gd name="connsiteY7" fmla="*/ 5847985 h 6040452"/>
              <a:gd name="connsiteX8" fmla="*/ 4668509 w 10295334"/>
              <a:gd name="connsiteY8" fmla="*/ 5518323 h 6040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295334" h="6040452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12000">
                <a:schemeClr val="accent3"/>
              </a:gs>
              <a:gs pos="85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3E09CBA6-627D-2768-152C-A25B87CF790A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85DA75B-DA1C-13EF-F3C8-ACEE2C668A7F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6E43D9EF-A9B1-97EC-9CAB-0367B664C9D0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5B127822-510F-D59E-2401-DACD4D6BA07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F3E9315B-DD78-18E2-9951-D8120BAD9160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2AF63A1-86BF-B1C3-A3F5-517003C7A96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0AC22223-58F9-DB0C-9D61-94D7B8E8C1F4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1114E784-D17D-A2C2-757A-7B9912824867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DF09BAA7-F77F-FEDC-A8A8-F10B9350FFF7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A1F18F3-D078-404B-FFBA-A4E33B814768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DA5E4E2-82BF-54FB-780E-193386E0F471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1295929-CD29-6FBF-CE14-3BC84AB4A1F6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E1BC8CC5-030B-A124-A179-FC1B1CB93618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8263E9E0-CE6D-2469-4DAA-AAD461690F95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4E7CD3B-64B1-7447-7A83-5830224748C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3C5659AD-F571-B436-FA9E-F3EB0D45050A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775BD55-89FE-BF4D-F689-E5F5188D1010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0CF7C26-1A1F-1F80-46D4-8309C39F0CA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C0E1496F-2BE6-5149-BE29-0376ABD59D6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C0A74FC-F5C6-E572-32D2-2A39D4551EA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7" name="page number">
            <a:extLst>
              <a:ext uri="{FF2B5EF4-FFF2-40B4-BE49-F238E27FC236}">
                <a16:creationId xmlns:a16="http://schemas.microsoft.com/office/drawing/2014/main" id="{65B8D505-D55C-B546-9B33-22157CD80DE2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>
                <a:solidFill>
                  <a:schemeClr val="bg1"/>
                </a:solidFill>
              </a:rPr>
              <a:pPr lvl="0"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A3CDD-4D8E-3CB0-B95C-B4DE8B5B02E4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7870003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47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90EF1-7A6F-4CAE-80CD-2BC8A8107F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Add One Line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8211D2-9BBA-4EB9-8867-E2CC72E9E0D1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F2584149-C6DB-AE45-B715-90B7DF169DD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02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78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F420A-ED2C-4AD1-A28B-EB26178557D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08013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860A49-A98C-4F0E-AB34-4E13B89D5EB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21287" y="1600200"/>
            <a:ext cx="5313783" cy="45720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 lang="en-US" sz="1200" dirty="0">
                <a:solidFill>
                  <a:schemeClr val="tx1"/>
                </a:solidFill>
              </a:defRPr>
            </a:lvl6pPr>
            <a:lvl7pPr>
              <a:defRPr lang="en-US" sz="1200" dirty="0">
                <a:solidFill>
                  <a:schemeClr val="tx1"/>
                </a:solidFill>
              </a:defRPr>
            </a:lvl7pPr>
            <a:lvl8pPr>
              <a:defRPr lang="en-US" sz="1200" dirty="0">
                <a:solidFill>
                  <a:schemeClr val="tx1"/>
                </a:solidFill>
              </a:defRPr>
            </a:lvl8pPr>
            <a:lvl9pPr>
              <a:defRPr lang="en-US" sz="1200" dirty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306FFEC8-099C-484D-841A-7FCB225B189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19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ontent Placeholder 17">
            <a:extLst>
              <a:ext uri="{FF2B5EF4-FFF2-40B4-BE49-F238E27FC236}">
                <a16:creationId xmlns:a16="http://schemas.microsoft.com/office/drawing/2014/main" id="{A0456ED3-FDC5-4E29-B939-E35EA08477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solidFill>
            <a:srgbClr val="F4F8FA"/>
          </a:solidFill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Graphic on Left, Text on Right - Click to Edit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CC3C30A-44C0-E837-19B2-6A2DFD1C7D7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noFill/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1727F760-24DE-9A42-B7E9-356D8DC2BDAE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35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ntent Balanced Color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00E4C6-16B5-49A9-898A-3B53C5AB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Layout: Text on Left, Graphic on Right - Click to Edit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8535540-CB20-4CD5-9F73-DB64F5A49CD3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D7F87D5F-EABF-6E97-FCBB-22D4040C1B6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ltGray">
          <a:xfrm>
            <a:off x="6323381" y="1600201"/>
            <a:ext cx="5865445" cy="4572000"/>
          </a:xfrm>
          <a:noFill/>
        </p:spPr>
        <p:txBody>
          <a:bodyPr vert="horz" lIns="45720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Content Placeholder 17">
            <a:extLst>
              <a:ext uri="{FF2B5EF4-FFF2-40B4-BE49-F238E27FC236}">
                <a16:creationId xmlns:a16="http://schemas.microsoft.com/office/drawing/2014/main" id="{CA8AC63D-F94C-D60E-8AB3-9211BDCC455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ltGray">
          <a:xfrm>
            <a:off x="0" y="1600201"/>
            <a:ext cx="5893593" cy="4572000"/>
          </a:xfrm>
          <a:solidFill>
            <a:srgbClr val="F4F8FA"/>
          </a:solidFill>
        </p:spPr>
        <p:txBody>
          <a:bodyPr vert="horz" lIns="594360" tIns="457200" rIns="457200" bIns="45720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FD1F5D3-21E9-5341-B48A-48F1E4CF33A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71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A1FE0B-90B1-4BED-9AA5-6DC9F6424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Text Comparison Layout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541C7AA-97CA-4F96-9506-F144DA2CD8E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E550D89-51A7-894E-88FB-394F3178F2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59286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 xml:space="preserve">Click to add header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0170DFD5-97D2-3349-AE52-EB22861A688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592865" y="2621020"/>
            <a:ext cx="5315794" cy="3544027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61E082F-F30B-BC46-BB99-CA9B65C081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6308726" y="1600202"/>
            <a:ext cx="5287234" cy="875370"/>
          </a:xfrm>
          <a:noFill/>
        </p:spPr>
        <p:txBody>
          <a:bodyPr vert="horz" lIns="0" tIns="91440" rIns="457200" bIns="91440" rtlCol="0" anchor="b">
            <a:noAutofit/>
          </a:bodyPr>
          <a:lstStyle>
            <a:lvl1pPr>
              <a:defRPr lang="en-US" sz="20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 xml:space="preserve">Click to add header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Content Placeholder 17">
            <a:extLst>
              <a:ext uri="{FF2B5EF4-FFF2-40B4-BE49-F238E27FC236}">
                <a16:creationId xmlns:a16="http://schemas.microsoft.com/office/drawing/2014/main" id="{3EE56D9F-2DF2-4F43-A13A-4844DFE465A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 bwMode="gray">
          <a:xfrm>
            <a:off x="6308143" y="2621280"/>
            <a:ext cx="5287234" cy="3575124"/>
          </a:xfrm>
        </p:spPr>
        <p:txBody>
          <a:bodyPr vert="horz" lIns="0" tIns="0" rIns="0" bIns="0" rtlCol="0">
            <a:noAutofit/>
          </a:bodyPr>
          <a:lstStyle>
            <a:lvl1pPr>
              <a:defRPr lang="en-US" sz="1800" dirty="0">
                <a:solidFill>
                  <a:schemeClr val="tx1"/>
                </a:solidFill>
              </a:defRPr>
            </a:lvl1pPr>
            <a:lvl2pPr>
              <a:defRPr lang="en-US" sz="16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1B5F83-A93D-544C-8DB4-B164DBF2F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7D4F8B-2025-D14C-A41E-9C0B401DE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3E816477-50B7-9248-BE5F-B9062610CEEE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5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F2C94F-DA57-4BDB-8E5C-E4A0C75223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Three-content Layout – Three Horizontal Text Boxes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C59F98B-A991-4DEC-A409-289E778CB84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0956C27-3D46-7745-A4A9-42842784C1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286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2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8975597-2DC5-4748-87A2-37C22D522B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7616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3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F48BF931-C509-8F46-8576-3656F9F4BA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01859" y="1600200"/>
            <a:ext cx="3593592" cy="914400"/>
          </a:xfrm>
          <a:noFill/>
        </p:spPr>
        <p:txBody>
          <a:bodyPr lIns="0" tIns="91440" rIns="182880" bIns="91440" anchor="b"/>
          <a:lstStyle>
            <a:lvl1pPr>
              <a:defRPr sz="1800">
                <a:solidFill>
                  <a:schemeClr val="accent4"/>
                </a:solidFill>
              </a:defRPr>
            </a:lvl1pPr>
            <a:lvl2pPr marL="0" indent="0">
              <a:buFont typeface="Open Sans" panose="020B0606030504020204" pitchFamily="34" charset="0"/>
              <a:buChar char="​"/>
              <a:defRPr sz="1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header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AF0ECF-E71C-8AC9-36B9-29CB570B16D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286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43B6B0E-4AB9-6144-29E4-820FC763DE9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297616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EE5625D-A2F8-6592-7C13-07EAF5CBBC3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001859" y="2649538"/>
            <a:ext cx="3594100" cy="352266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64666E-28C9-844E-91D8-ECA2F1E57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B963A1-3810-7A40-8918-6D6D68B4A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page number">
            <a:extLst>
              <a:ext uri="{FF2B5EF4-FFF2-40B4-BE49-F238E27FC236}">
                <a16:creationId xmlns:a16="http://schemas.microsoft.com/office/drawing/2014/main" id="{7788490C-B63E-8E46-A9C1-9CF865F7FA57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7DA4B3-27AC-8A64-FD5E-59AEAE0D8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597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46AD2E-9306-49E7-A98B-7D26E458C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Left, Text/Graphic on Right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51435C2-3F7C-4835-8DB0-71E2C00537C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FD232-93CB-4B54-A933-93C11B099F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7AE2CA-1B34-4F04-BD7F-F624F20E94F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51213" y="1609531"/>
            <a:ext cx="8229600" cy="4572000"/>
          </a:xfrm>
        </p:spPr>
        <p:txBody>
          <a:bodyPr vert="horz" lIns="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 dirty="0"/>
              <a:t>Click to add graph, diagram or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1270000" lvl="5" indent="-117475"/>
            <a:r>
              <a:rPr lang="en-US" dirty="0"/>
              <a:t>Sixth level</a:t>
            </a:r>
          </a:p>
          <a:p>
            <a:pPr marL="1438275" lvl="6" indent="-117475"/>
            <a:r>
              <a:rPr lang="en-US" dirty="0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 dirty="0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64AC6E-1611-244C-BA28-696924BAB2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1A93E906-C928-C345-B032-1F5C677FAEDD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69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ynamic –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2A934A-AC6B-460C-9C93-B13CF6B62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Two-content Layout – Highlight Text on Right, Text/Graphic on Left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6F5131D-84AE-4294-83A1-243FE1C81A8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93DEE-AB9E-C81E-DF9C-D1BE09F22E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94812" y="1609531"/>
            <a:ext cx="2894013" cy="4572000"/>
          </a:xfrm>
          <a:solidFill>
            <a:srgbClr val="F4F8FA"/>
          </a:solidFill>
        </p:spPr>
        <p:txBody>
          <a:bodyPr vert="horz" lIns="274320" tIns="457200" rIns="457200" bIns="457200" rtlCol="0">
            <a:noAutofit/>
          </a:bodyPr>
          <a:lstStyle>
            <a:lvl1pPr>
              <a:defRPr lang="en-US" sz="1800" dirty="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lang="en-US" sz="1600" dirty="0" smtClean="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lang="en-US" sz="1400" dirty="0" smtClean="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lang="en-US" sz="1200" dirty="0" smtClean="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lang="en-US" sz="1200" dirty="0">
                <a:solidFill>
                  <a:schemeClr val="accent2"/>
                </a:solidFill>
              </a:defRPr>
            </a:lvl5pPr>
          </a:lstStyle>
          <a:p>
            <a:pPr lvl="0">
              <a:spcBef>
                <a:spcPts val="1200"/>
              </a:spcBef>
            </a:pPr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DC18C6BC-2416-B51C-F45A-9BCC874B47ED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0" y="1609531"/>
            <a:ext cx="8229600" cy="4572000"/>
          </a:xfrm>
        </p:spPr>
        <p:txBody>
          <a:bodyPr vert="horz" lIns="594360" tIns="457200" rIns="0" bIns="0" rtlCol="0">
            <a:noAutofit/>
          </a:bodyPr>
          <a:lstStyle>
            <a:lvl1pPr>
              <a:defRPr lang="en-US" dirty="0" smtClean="0">
                <a:solidFill>
                  <a:schemeClr val="tx1"/>
                </a:solidFill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 smtClean="0">
                <a:solidFill>
                  <a:schemeClr val="tx1"/>
                </a:solidFill>
              </a:defRPr>
            </a:lvl5pPr>
            <a:lvl6pPr>
              <a:defRPr lang="en-US" dirty="0" smtClean="0">
                <a:solidFill>
                  <a:schemeClr val="tx1"/>
                </a:solidFill>
              </a:defRPr>
            </a:lvl6pPr>
            <a:lvl7pPr>
              <a:defRPr lang="en-US" dirty="0" smtClean="0">
                <a:solidFill>
                  <a:schemeClr val="tx1"/>
                </a:solidFill>
              </a:defRPr>
            </a:lvl7pPr>
            <a:lvl8pPr>
              <a:defRPr lang="en-US" dirty="0">
                <a:solidFill>
                  <a:schemeClr val="tx1"/>
                </a:solidFill>
              </a:defRPr>
            </a:lvl8pPr>
          </a:lstStyle>
          <a:p>
            <a:pPr lvl="0"/>
            <a:r>
              <a:rPr lang="en-US" dirty="0"/>
              <a:t>Click to add graph, diagram or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1270000" lvl="5" indent="-117475"/>
            <a:r>
              <a:rPr lang="en-US" dirty="0"/>
              <a:t>Sixth level</a:t>
            </a:r>
          </a:p>
          <a:p>
            <a:pPr marL="1438275" lvl="6" indent="-117475"/>
            <a:r>
              <a:rPr lang="en-US" dirty="0"/>
              <a:t>Seventh level</a:t>
            </a:r>
          </a:p>
          <a:p>
            <a:pPr marL="1554163" lvl="7" indent="-115888">
              <a:lnSpc>
                <a:spcPct val="90000"/>
              </a:lnSpc>
            </a:pPr>
            <a:r>
              <a:rPr lang="en-US" dirty="0"/>
              <a:t>Ninth level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EA3FFB13-8625-D245-BD64-AAC7CCCB5B6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B60DB8-F067-969E-72B5-4E90025E5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26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Content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7BCD9-063B-4ED4-B68C-092EC2C34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Content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0D276D7-17CD-46AB-99B2-97FD34FEEFF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496CC-9DD2-4299-850C-005958FB65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00200"/>
            <a:ext cx="3808412" cy="4572000"/>
          </a:xfrm>
        </p:spPr>
        <p:txBody>
          <a:bodyPr tIns="457200" rIns="594360" bIns="457200"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buClr>
                <a:schemeClr val="accent2"/>
              </a:buClr>
              <a:defRPr sz="1400">
                <a:solidFill>
                  <a:schemeClr val="accent2"/>
                </a:solidFill>
              </a:defRPr>
            </a:lvl2pPr>
            <a:lvl3pPr>
              <a:buClr>
                <a:schemeClr val="accent2"/>
              </a:buClr>
              <a:defRPr sz="1200">
                <a:solidFill>
                  <a:schemeClr val="accent2"/>
                </a:solidFill>
              </a:defRPr>
            </a:lvl3pPr>
            <a:lvl4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4pPr>
            <a:lvl5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5pPr>
            <a:lvl6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6pPr>
            <a:lvl7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7pPr>
            <a:lvl8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8pPr>
            <a:lvl9pPr>
              <a:buClr>
                <a:schemeClr val="accent2"/>
              </a:buClr>
              <a:defRPr sz="1100">
                <a:solidFill>
                  <a:schemeClr val="accent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C05F02B7-B99F-8424-E971-B7478FAB40D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NOTE: This is intended for a diagram only.</a:t>
            </a:r>
            <a:br>
              <a:rPr lang="en-US" dirty="0"/>
            </a:br>
            <a:r>
              <a:rPr lang="en-US" dirty="0"/>
              <a:t xml:space="preserve">Not recommended to add text here, as it’s not formatted for it.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E2C737-3A4D-924A-88B5-FA4D5C8A0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0D34A4A0-0C07-994F-9539-A07F4B06F18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7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 with Outcome, Benef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15888C-CFB4-4BEC-9B94-46E698DFC4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Diagram with Outcome/Benefit Content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E9D6A872-88BD-4DFC-AFFD-1E9BEEB6533B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05EB21-86C3-42EF-BFE7-549D9EA36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80413" y="1699688"/>
            <a:ext cx="3200400" cy="298450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Outcome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81D19-2DDB-4D83-983D-3D159A7DE7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78825" y="2063048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">
            <a:extLst>
              <a:ext uri="{FF2B5EF4-FFF2-40B4-BE49-F238E27FC236}">
                <a16:creationId xmlns:a16="http://schemas.microsoft.com/office/drawing/2014/main" id="{0D0977FA-A4CA-4F1F-8109-D7498D165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0413" y="3972469"/>
            <a:ext cx="3200400" cy="298450"/>
          </a:xfrm>
        </p:spPr>
        <p:txBody>
          <a:bodyPr anchor="b"/>
          <a:lstStyle>
            <a:lvl1pPr>
              <a:defRPr sz="1800">
                <a:solidFill>
                  <a:schemeClr val="accent4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Benefit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1458BF-96C1-46C6-A67F-AD0FB4B4E5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8825" y="4347904"/>
            <a:ext cx="3201988" cy="1600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Content Placeholder 17">
            <a:extLst>
              <a:ext uri="{FF2B5EF4-FFF2-40B4-BE49-F238E27FC236}">
                <a16:creationId xmlns:a16="http://schemas.microsoft.com/office/drawing/2014/main" id="{81258617-CE72-E542-2E67-9B2874ED90B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ltGray">
          <a:xfrm>
            <a:off x="608012" y="1600201"/>
            <a:ext cx="7398303" cy="4572000"/>
          </a:xfrm>
          <a:noFill/>
        </p:spPr>
        <p:txBody>
          <a:bodyPr vert="horz" lIns="594360" tIns="1371600" rIns="457200" bIns="457200" rtlCol="0">
            <a:noAutofit/>
          </a:bodyPr>
          <a:lstStyle>
            <a:lvl1pPr algn="ctr">
              <a:spcBef>
                <a:spcPts val="1200"/>
              </a:spcBef>
              <a:defRPr lang="en-US" sz="1100" dirty="0">
                <a:solidFill>
                  <a:schemeClr val="tx1"/>
                </a:solidFill>
              </a:defRPr>
            </a:lvl1pPr>
            <a:lvl2pPr>
              <a:buClr>
                <a:schemeClr val="bg1"/>
              </a:buClr>
              <a:defRPr lang="en-US" sz="16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4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5pPr>
            <a:lvl6pPr>
              <a:buClrTx/>
              <a:defRPr sz="1800">
                <a:solidFill>
                  <a:schemeClr val="bg1"/>
                </a:solidFill>
              </a:defRPr>
            </a:lvl6pPr>
            <a:lvl7pPr>
              <a:buClrTx/>
              <a:defRPr sz="1400">
                <a:solidFill>
                  <a:schemeClr val="bg1"/>
                </a:solidFill>
              </a:defRPr>
            </a:lvl7pPr>
            <a:lvl8pPr>
              <a:buClrTx/>
              <a:defRPr sz="1200">
                <a:solidFill>
                  <a:schemeClr val="bg1"/>
                </a:solidFill>
              </a:defRPr>
            </a:lvl8pPr>
            <a:lvl9pPr>
              <a:buClrTx/>
              <a:defRPr sz="1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NOTE: This is intended for a diagram only.</a:t>
            </a:r>
            <a:br>
              <a:rPr lang="en-US"/>
            </a:br>
            <a:r>
              <a:rPr lang="en-US"/>
              <a:t xml:space="preserve">Not recommended to add text here, as it’s not formatted for it.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D4D92B-574E-4F63-A5BA-8F7282B54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80413" y="1608668"/>
            <a:ext cx="3808412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89B473-DDE6-4450-A111-3761F341A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80413" y="3872441"/>
            <a:ext cx="3808412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age number">
            <a:extLst>
              <a:ext uri="{FF2B5EF4-FFF2-40B4-BE49-F238E27FC236}">
                <a16:creationId xmlns:a16="http://schemas.microsoft.com/office/drawing/2014/main" id="{2520CB7B-27A1-0749-95BA-681D8A0535D2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080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 Suc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>
            <a:extLst>
              <a:ext uri="{FF2B5EF4-FFF2-40B4-BE49-F238E27FC236}">
                <a16:creationId xmlns:a16="http://schemas.microsoft.com/office/drawing/2014/main" id="{05E46EAA-9D16-0D47-AF18-92C449033D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809" y="412751"/>
            <a:ext cx="11001004" cy="381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Customer Success – add Company Name here</a:t>
            </a:r>
          </a:p>
        </p:txBody>
      </p:sp>
      <p:sp>
        <p:nvSpPr>
          <p:cNvPr id="52" name="Subtitle 2">
            <a:extLst>
              <a:ext uri="{FF2B5EF4-FFF2-40B4-BE49-F238E27FC236}">
                <a16:creationId xmlns:a16="http://schemas.microsoft.com/office/drawing/2014/main" id="{CEFD99AC-6466-F04E-8E45-7EEEEA01BA6C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the highlighted business impact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ontent Placeholder 17">
            <a:extLst>
              <a:ext uri="{FF2B5EF4-FFF2-40B4-BE49-F238E27FC236}">
                <a16:creationId xmlns:a16="http://schemas.microsoft.com/office/drawing/2014/main" id="{767C0863-B9D1-344E-A978-CD49E9400F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1645" y="1901093"/>
            <a:ext cx="3201848" cy="1214595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ontent Placeholder 17">
            <a:extLst>
              <a:ext uri="{FF2B5EF4-FFF2-40B4-BE49-F238E27FC236}">
                <a16:creationId xmlns:a16="http://schemas.microsoft.com/office/drawing/2014/main" id="{A2B343CF-FF49-7E4F-A7C9-0593553254F3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414210" y="1901094"/>
            <a:ext cx="3201848" cy="1225566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ontent Placeholder 17">
            <a:extLst>
              <a:ext uri="{FF2B5EF4-FFF2-40B4-BE49-F238E27FC236}">
                <a16:creationId xmlns:a16="http://schemas.microsoft.com/office/drawing/2014/main" id="{65BA7F3E-AD8D-A54C-B026-DAA8FC9C054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11645" y="3693430"/>
            <a:ext cx="3201848" cy="1110049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7">
            <a:extLst>
              <a:ext uri="{FF2B5EF4-FFF2-40B4-BE49-F238E27FC236}">
                <a16:creationId xmlns:a16="http://schemas.microsoft.com/office/drawing/2014/main" id="{3265790D-1104-8D4D-A8C6-F7A7E77F664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14210" y="3693430"/>
            <a:ext cx="3201848" cy="1132351"/>
          </a:xfrm>
          <a:noFill/>
        </p:spPr>
        <p:txBody>
          <a:bodyPr vert="horz" lIns="0" tIns="0" rIns="0" bIns="45720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50" dirty="0">
                <a:solidFill>
                  <a:schemeClr val="tx1"/>
                </a:solidFill>
              </a:defRPr>
            </a:lvl1pPr>
            <a:lvl2pPr marL="114300" indent="-1143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lang="en-US" sz="10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2"/>
                </a:solidFill>
              </a:defRPr>
            </a:lvl3pPr>
            <a:lvl4pPr>
              <a:defRPr lang="en-US" sz="1200" dirty="0">
                <a:solidFill>
                  <a:schemeClr val="tx2"/>
                </a:solidFill>
              </a:defRPr>
            </a:lvl4pPr>
            <a:lvl5pPr>
              <a:defRPr lang="en-US" sz="12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F0EFE66F-363C-804E-BABD-F54C3E33FD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3093" y="5327336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One</a:t>
            </a:r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0166C751-50F5-8B4F-9A97-B83901E78B0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3093" y="5593624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Two</a:t>
            </a:r>
          </a:p>
        </p:txBody>
      </p:sp>
      <p:sp>
        <p:nvSpPr>
          <p:cNvPr id="58" name="Text Placeholder 6">
            <a:extLst>
              <a:ext uri="{FF2B5EF4-FFF2-40B4-BE49-F238E27FC236}">
                <a16:creationId xmlns:a16="http://schemas.microsoft.com/office/drawing/2014/main" id="{0D57825D-E522-644D-8F4A-0B77A7036E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093" y="5859911"/>
            <a:ext cx="3200400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Product Three</a:t>
            </a:r>
          </a:p>
        </p:txBody>
      </p:sp>
      <p:sp>
        <p:nvSpPr>
          <p:cNvPr id="61" name="Text Placeholder 6">
            <a:extLst>
              <a:ext uri="{FF2B5EF4-FFF2-40B4-BE49-F238E27FC236}">
                <a16:creationId xmlns:a16="http://schemas.microsoft.com/office/drawing/2014/main" id="{EBAAD5C6-0007-A84B-A2C2-FCC2F00B4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00790" y="5327336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One</a:t>
            </a:r>
          </a:p>
        </p:txBody>
      </p:sp>
      <p:sp>
        <p:nvSpPr>
          <p:cNvPr id="62" name="Text Placeholder 6">
            <a:extLst>
              <a:ext uri="{FF2B5EF4-FFF2-40B4-BE49-F238E27FC236}">
                <a16:creationId xmlns:a16="http://schemas.microsoft.com/office/drawing/2014/main" id="{A8B7A6ED-D85B-2E4C-BCD6-D130232A3F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00790" y="5593624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Two</a:t>
            </a:r>
          </a:p>
        </p:txBody>
      </p:sp>
      <p:sp>
        <p:nvSpPr>
          <p:cNvPr id="63" name="Text Placeholder 6">
            <a:extLst>
              <a:ext uri="{FF2B5EF4-FFF2-40B4-BE49-F238E27FC236}">
                <a16:creationId xmlns:a16="http://schemas.microsoft.com/office/drawing/2014/main" id="{C507BC1F-4225-8C48-9110-5D75D900FF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00790" y="5859911"/>
            <a:ext cx="3227148" cy="227454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Priority Three</a:t>
            </a:r>
          </a:p>
        </p:txBody>
      </p:sp>
      <p:sp>
        <p:nvSpPr>
          <p:cNvPr id="45" name="Picture Placeholder 8">
            <a:extLst>
              <a:ext uri="{FF2B5EF4-FFF2-40B4-BE49-F238E27FC236}">
                <a16:creationId xmlns:a16="http://schemas.microsoft.com/office/drawing/2014/main" id="{231A51E8-5046-A444-8DFA-A0B8E647C4F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207965" y="1600200"/>
            <a:ext cx="1841500" cy="660399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1E8E56D-8554-4E46-BBBC-E98827D1EE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9465" y="2347933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Location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59903D24-0D11-174E-9765-B2914D00A8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9465" y="2647290"/>
            <a:ext cx="3206750" cy="241300"/>
          </a:xfr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2pPr>
            <a:lvl3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Industry</a:t>
            </a:r>
          </a:p>
        </p:txBody>
      </p:sp>
      <p:sp>
        <p:nvSpPr>
          <p:cNvPr id="42" name="Picture Placeholder 5">
            <a:extLst>
              <a:ext uri="{FF2B5EF4-FFF2-40B4-BE49-F238E27FC236}">
                <a16:creationId xmlns:a16="http://schemas.microsoft.com/office/drawing/2014/main" id="{2EDE5296-3D34-0C47-A404-38FF5A22C6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15815" y="2971800"/>
            <a:ext cx="3194050" cy="1828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C7B1EDB8-ADF5-9C41-B4C4-26AA9C0B9D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15815" y="5022214"/>
            <a:ext cx="3200400" cy="1153795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Open Sans" panose="020B0606030504020204" pitchFamily="34" charset="0"/>
              <a:buChar char="​"/>
              <a:defRPr sz="1200">
                <a:solidFill>
                  <a:schemeClr val="tx1"/>
                </a:solidFill>
              </a:defRPr>
            </a:lvl2pPr>
            <a:lvl3pPr marL="0" indent="0" algn="ctr">
              <a:buFont typeface="Open Sans" panose="020B0606030504020204" pitchFamily="34" charset="0"/>
              <a:buNone/>
              <a:defRPr sz="1200">
                <a:solidFill>
                  <a:schemeClr val="accent1"/>
                </a:solidFill>
              </a:defRPr>
            </a:lvl3pPr>
            <a:lvl4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4pPr>
            <a:lvl5pPr marL="0" indent="0" algn="ctr">
              <a:buFont typeface="Open Sans" panose="020B0606030504020204" pitchFamily="34" charset="0"/>
              <a:buChar char="​"/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906119E-8D41-BF4A-7D53-2FBB71F653C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01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52D6E64-9DD1-43CD-C247-B83E374482F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11663" y="1552575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solution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02A9C0F-4D4C-0EEC-0E20-65368D1177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8013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challenges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DEF5052-BBAD-A22B-0D68-BBBFD70637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427538" y="3338514"/>
            <a:ext cx="3201987" cy="219075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impact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FFF9CD2-0893-33FB-480A-506C7095C2F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08013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products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2B49FE0-BA78-9DF9-AB7D-9F52651E93A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27538" y="5022850"/>
            <a:ext cx="3200400" cy="227013"/>
          </a:xfrm>
        </p:spPr>
        <p:txBody>
          <a:bodyPr anchor="b" anchorCtr="0"/>
          <a:lstStyle>
            <a:lvl1pPr>
              <a:defRPr sz="1200" cap="all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Strategic priorities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F46384-B6E3-0D43-924E-874DEC234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526770-8F35-FB4A-8638-521D0D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1552248"/>
            <a:ext cx="3471746" cy="0"/>
          </a:xfrm>
          <a:prstGeom prst="line">
            <a:avLst/>
          </a:prstGeom>
          <a:ln w="22225">
            <a:solidFill>
              <a:schemeClr val="accent2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C08A52-2522-8C40-B8B1-C98FEBB8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B57CCC6-06B1-7342-99B0-BC7C8FBE5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3325372"/>
            <a:ext cx="3471746" cy="0"/>
          </a:xfrm>
          <a:prstGeom prst="line">
            <a:avLst/>
          </a:prstGeom>
          <a:ln w="22225">
            <a:solidFill>
              <a:schemeClr val="accent3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3C87E7C-5ED2-214E-8A38-ED05177A6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8739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age number">
            <a:extLst>
              <a:ext uri="{FF2B5EF4-FFF2-40B4-BE49-F238E27FC236}">
                <a16:creationId xmlns:a16="http://schemas.microsoft.com/office/drawing/2014/main" id="{CB20449E-0760-3743-8E7C-7D6BA7165F7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CABBF0D-1BD1-F9E7-64FF-6B8D87E61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412165" y="5022214"/>
            <a:ext cx="3471746" cy="0"/>
          </a:xfrm>
          <a:prstGeom prst="line">
            <a:avLst/>
          </a:prstGeom>
          <a:ln w="22225">
            <a:solidFill>
              <a:schemeClr val="accent4"/>
            </a:solidFill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21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5A99F-0678-4DC4-A266-1AD031E9C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Three Icon Placeholders with Text Descriptions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EBF1472-E940-4CC7-B5D3-349346A425A8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3C9F48F-8CFB-DD45-AE7E-6A5DE26F95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8103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CC9B40-9AF4-4EF7-8384-2ACE79EA95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590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4DBEFEC-821B-4F4E-8D5E-E6843BF1A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086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69CA39A-E967-4A68-A944-35C345A456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21225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1A16A22-350B-4B24-A3CD-4D5DE470DEE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23213" y="4267940"/>
            <a:ext cx="2744788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 here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0545A424-E307-E14F-A89B-1A531D114FD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09012" y="2419650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9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C210DC-5DBB-4F0D-875F-CD8AAAB93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981877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ECF9D0-D7A8-43DD-B38D-E1090C0B3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184924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46F04B0-7860-407F-85B7-42E38FAFE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389301" y="2055429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page number">
            <a:extLst>
              <a:ext uri="{FF2B5EF4-FFF2-40B4-BE49-F238E27FC236}">
                <a16:creationId xmlns:a16="http://schemas.microsoft.com/office/drawing/2014/main" id="{6122FC91-666D-7A42-9D21-9800CF4E3706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02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6ED71B-2619-4816-B753-5E850ED08F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Four Icon Placeholders with Text Descriptions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B679D5C-AEFA-4052-96E3-7DF67D7C105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2EA9D9-DD59-0A4A-94D5-AC136E79C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73703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3A73281-E5F0-4C3B-BE4E-A12D56CC10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67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4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7F1E977-D1E8-7040-8576-578BD8CB84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00597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70078EAE-661A-4C72-917B-F0225239F6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798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B608689-50E6-784F-8AFD-D13D124BA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2120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66D6B40-9CB0-4B56-A3E1-9A7F945F09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230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90217BC-3881-DF41-A8F3-900AF04F1B7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38248" y="2425093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6F5CA9C-E491-4F70-B6EE-A5064106011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6213" y="4269508"/>
            <a:ext cx="22860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4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0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85441A7-EBA5-4ABB-8D29-CE4338F0F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65749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D908EF-1F96-4808-A8DB-F55AB9E8E4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8069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670C03F-6336-45E3-A9F4-0CD130D8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6562100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019BB56-AE7C-42CA-A8FF-432F4F17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9302132" y="2060872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1D45AB97-9B77-2244-B7BA-E18EA4CD43EA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95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Icon Placeholders with Text Descriptions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3C6552-FD35-F64A-AB25-15819DA5EE2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549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0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54AA791-D396-204E-9DF4-50E16614DD7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0473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6390E06-1436-004E-875E-AAE40E05D7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12658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2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D673B6CF-B10C-8742-A91F-672EAD5163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77080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5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4282873"/>
            <a:ext cx="1894336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F3DA55F-C9CF-8945-A9DE-F606579BFE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80612" y="2428884"/>
            <a:ext cx="1396669" cy="1100516"/>
          </a:xfrm>
        </p:spPr>
        <p:txBody>
          <a:bodyPr anchor="ctr" anchorCtr="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bg2">
                    <a:lumMod val="25000"/>
                  </a:schemeClr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/>
            </a:lvl2pPr>
          </a:lstStyle>
          <a:p>
            <a:pPr lvl="0"/>
            <a:r>
              <a:rPr lang="en-US"/>
              <a:t>add icon</a:t>
            </a:r>
            <a:br>
              <a:rPr lang="en-US"/>
            </a:br>
            <a:r>
              <a:rPr lang="en-US"/>
              <a:t>or text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4282873"/>
            <a:ext cx="1828800" cy="1458912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7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FDF9D3-5B68-4A75-97BF-2C5113CFA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60980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551C90A-573F-4E4A-9359-5C7B0F546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2892452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F79E162-3D8F-4829-A4AD-02A03597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201380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6B9B36-08E7-4664-970C-13123F24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7464921" y="2064663"/>
            <a:ext cx="1828959" cy="1828959"/>
          </a:xfrm>
          <a:prstGeom prst="ellipse">
            <a:avLst/>
          </a:prstGeom>
          <a:noFill/>
          <a:ln w="381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EAB1992-E472-4489-8A4E-A8FE45DE1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9744473" y="2064663"/>
            <a:ext cx="1828959" cy="1828959"/>
          </a:xfrm>
          <a:prstGeom prst="ellipse">
            <a:avLst/>
          </a:prstGeom>
          <a:noFill/>
          <a:ln w="381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6D94DD40-25D8-6A48-98B5-B2B0FB64FDA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59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Numbere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Five Column Text with Number Icons Click to Add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085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94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defRPr sz="20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509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70001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DC9B65E-8BAA-4676-9F32-44EC3772D3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52013" y="2529075"/>
            <a:ext cx="1828800" cy="2871263"/>
          </a:xfrm>
          <a:noFill/>
          <a:ln>
            <a:noFill/>
          </a:ln>
        </p:spPr>
        <p:txBody>
          <a:bodyPr lIns="182880" tIns="548640" rIns="182880" bIns="182880"/>
          <a:lstStyle>
            <a:lvl1pPr algn="ctr">
              <a:lnSpc>
                <a:spcPct val="90000"/>
              </a:lnSpc>
              <a:spcBef>
                <a:spcPts val="600"/>
              </a:spcBef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23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2EE46A-2B6A-D0CE-D67A-E39C4516F8BB}"/>
              </a:ext>
            </a:extLst>
          </p:cNvPr>
          <p:cNvSpPr/>
          <p:nvPr userDrawn="1"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C9EA80-9EA8-343E-F517-1CAD885879D6}"/>
              </a:ext>
            </a:extLst>
          </p:cNvPr>
          <p:cNvSpPr/>
          <p:nvPr userDrawn="1"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23D95-E4CC-0B03-48A9-0EC81B2368E5}"/>
              </a:ext>
            </a:extLst>
          </p:cNvPr>
          <p:cNvSpPr/>
          <p:nvPr userDrawn="1"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37E5D6-04BF-01BC-A221-0F1D603C51D8}"/>
              </a:ext>
            </a:extLst>
          </p:cNvPr>
          <p:cNvSpPr/>
          <p:nvPr userDrawn="1"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142366-F01F-D56A-11BB-7D669E9AD2B4}"/>
              </a:ext>
            </a:extLst>
          </p:cNvPr>
          <p:cNvSpPr/>
          <p:nvPr userDrawn="1"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2EA033-41AE-6148-A260-889FF59E41C9}"/>
              </a:ext>
            </a:extLst>
          </p:cNvPr>
          <p:cNvCxnSpPr/>
          <p:nvPr userDrawn="1"/>
        </p:nvCxnSpPr>
        <p:spPr bwMode="gray">
          <a:xfrm>
            <a:off x="610850" y="2512464"/>
            <a:ext cx="1828800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2FF207-1B75-1940-91E1-2692254C727F}"/>
              </a:ext>
            </a:extLst>
          </p:cNvPr>
          <p:cNvCxnSpPr/>
          <p:nvPr userDrawn="1"/>
        </p:nvCxnSpPr>
        <p:spPr bwMode="gray">
          <a:xfrm>
            <a:off x="2894013" y="2512464"/>
            <a:ext cx="1828800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3341DC-DE80-5E4C-A4C9-C984D7074760}"/>
              </a:ext>
            </a:extLst>
          </p:cNvPr>
          <p:cNvCxnSpPr/>
          <p:nvPr userDrawn="1"/>
        </p:nvCxnSpPr>
        <p:spPr bwMode="gray">
          <a:xfrm>
            <a:off x="5185093" y="2512464"/>
            <a:ext cx="1828800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28E238A-DE09-DD4F-A6F3-2F244E7301C3}"/>
              </a:ext>
            </a:extLst>
          </p:cNvPr>
          <p:cNvCxnSpPr/>
          <p:nvPr userDrawn="1"/>
        </p:nvCxnSpPr>
        <p:spPr bwMode="gray">
          <a:xfrm>
            <a:off x="7470001" y="2512464"/>
            <a:ext cx="1828800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B64954-CA3A-494E-B70D-3405C9F592D8}"/>
              </a:ext>
            </a:extLst>
          </p:cNvPr>
          <p:cNvCxnSpPr/>
          <p:nvPr userDrawn="1"/>
        </p:nvCxnSpPr>
        <p:spPr bwMode="gray">
          <a:xfrm>
            <a:off x="9752013" y="2512464"/>
            <a:ext cx="1828800" cy="0"/>
          </a:xfrm>
          <a:prstGeom prst="line">
            <a:avLst/>
          </a:prstGeom>
          <a:ln w="25400">
            <a:solidFill>
              <a:srgbClr val="53565A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page number">
            <a:extLst>
              <a:ext uri="{FF2B5EF4-FFF2-40B4-BE49-F238E27FC236}">
                <a16:creationId xmlns:a16="http://schemas.microsoft.com/office/drawing/2014/main" id="{778B9E91-325F-BB46-BB33-20219DF70C9B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F6B89BA-DE17-014A-9ED8-790359ADE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131007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accent4"/>
                </a:solidFill>
              </a:rPr>
              <a:t>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609A2D8-18F0-8A47-BD8C-DD1AF0B6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3414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US" dirty="0">
                <a:solidFill>
                  <a:schemeClr val="accent3"/>
                </a:solidFill>
              </a:rPr>
              <a:t>2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0E1473-AF0F-7C48-8FAF-3848C1B6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70525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4E1A06A-E5D9-064B-85F4-74B463C7B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7990158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7824627-50AB-F94E-9519-EADC5841F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0272170" y="2118221"/>
            <a:ext cx="788487" cy="788487"/>
          </a:xfrm>
          <a:prstGeom prst="ellipse">
            <a:avLst/>
          </a:prstGeom>
          <a:solidFill>
            <a:schemeClr val="bg1"/>
          </a:solidFill>
          <a:ln w="25400">
            <a:solidFill>
              <a:srgbClr val="535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582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A8A47F-2243-412F-A1A8-FA8E3475F5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Chart Layout for Text – Click to Add a Title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EEA64E97-C31D-49B1-B8E1-20E5F404F516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6" y="811830"/>
            <a:ext cx="1096268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5" name="Text Placeholder 3" descr="Row 1 label">
            <a:extLst>
              <a:ext uri="{FF2B5EF4-FFF2-40B4-BE49-F238E27FC236}">
                <a16:creationId xmlns:a16="http://schemas.microsoft.com/office/drawing/2014/main" id="{7077ED63-7149-B64F-804C-21E2E59DF7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1464" y="1546789"/>
            <a:ext cx="574570" cy="439174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3" descr="Row 1 text box is a long horizontal box the width of the slide acting as a header. ">
            <a:extLst>
              <a:ext uri="{FF2B5EF4-FFF2-40B4-BE49-F238E27FC236}">
                <a16:creationId xmlns:a16="http://schemas.microsoft.com/office/drawing/2014/main" id="{03CB2304-DD0F-674C-91F7-863CDF3757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4040" y="1561701"/>
            <a:ext cx="10630969" cy="429469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3" descr="Row 2 label; this row shows 4 content boxes labeled A through D, each is a different color and holds text.">
            <a:extLst>
              <a:ext uri="{FF2B5EF4-FFF2-40B4-BE49-F238E27FC236}">
                <a16:creationId xmlns:a16="http://schemas.microsoft.com/office/drawing/2014/main" id="{3E62FD32-E978-1A49-AA98-60CD14AE003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5750" y="3304775"/>
            <a:ext cx="560283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3" descr="Row 2, box 1: text in plum">
            <a:extLst>
              <a:ext uri="{FF2B5EF4-FFF2-40B4-BE49-F238E27FC236}">
                <a16:creationId xmlns:a16="http://schemas.microsoft.com/office/drawing/2014/main" id="{2E201879-B985-4ADE-8AD6-6C3E14CE0A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2407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4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3" descr="Row 2, box 3: text in indigo">
            <a:extLst>
              <a:ext uri="{FF2B5EF4-FFF2-40B4-BE49-F238E27FC236}">
                <a16:creationId xmlns:a16="http://schemas.microsoft.com/office/drawing/2014/main" id="{62D3946B-F2F1-42AF-8E89-00761A7745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16081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defRPr sz="1800">
                <a:solidFill>
                  <a:schemeClr val="accent3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 descr="Row 2, box 2: text in ocean">
            <a:extLst>
              <a:ext uri="{FF2B5EF4-FFF2-40B4-BE49-F238E27FC236}">
                <a16:creationId xmlns:a16="http://schemas.microsoft.com/office/drawing/2014/main" id="{9495BAAB-E860-4075-9DA3-ABA7C32D235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9755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2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 descr="Row 2, box 4: text in dark green">
            <a:extLst>
              <a:ext uri="{FF2B5EF4-FFF2-40B4-BE49-F238E27FC236}">
                <a16:creationId xmlns:a16="http://schemas.microsoft.com/office/drawing/2014/main" id="{22F84664-2E68-46AE-AE2C-E8D2B6C9A1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3428" y="2699834"/>
            <a:ext cx="2459421" cy="1949198"/>
          </a:xfrm>
          <a:noFill/>
          <a:ln w="15875">
            <a:noFill/>
          </a:ln>
        </p:spPr>
        <p:txBody>
          <a:bodyPr tIns="36576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800">
                <a:solidFill>
                  <a:schemeClr val="accent5"/>
                </a:solidFill>
              </a:defRPr>
            </a:lvl1pPr>
            <a:lvl2pPr marL="285750" indent="-28575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marL="0" lvl="1" indent="0" algn="ctr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2">
                  <a:lumMod val="25000"/>
                </a:schemeClr>
              </a:buClr>
              <a:buSzPct val="90000"/>
              <a:buFont typeface="Open Sans" panose="020B0606030504020204" pitchFamily="34" charset="0"/>
              <a:buChar char="​"/>
            </a:pPr>
            <a:r>
              <a:rPr lang="en-US" dirty="0"/>
              <a:t>Second level</a:t>
            </a:r>
          </a:p>
        </p:txBody>
      </p:sp>
      <p:sp>
        <p:nvSpPr>
          <p:cNvPr id="37" name="Text Placeholder 3" descr="Row 3 label: this row shows six, small content boxes in a horiztonal row">
            <a:extLst>
              <a:ext uri="{FF2B5EF4-FFF2-40B4-BE49-F238E27FC236}">
                <a16:creationId xmlns:a16="http://schemas.microsoft.com/office/drawing/2014/main" id="{EF286E42-C44A-274D-B9C1-D21F1AD1DE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00038" y="5065521"/>
            <a:ext cx="545995" cy="658026"/>
          </a:xfrm>
          <a:solidFill>
            <a:schemeClr val="bg1"/>
          </a:solidFill>
          <a:ln w="12700">
            <a:noFill/>
          </a:ln>
        </p:spPr>
        <p:txBody>
          <a:bodyPr tIns="91440"/>
          <a:lstStyle>
            <a:lvl1pPr algn="ctr">
              <a:lnSpc>
                <a:spcPct val="100000"/>
              </a:lnSpc>
              <a:spcBef>
                <a:spcPts val="600"/>
              </a:spcBef>
              <a:buNone/>
              <a:defRPr sz="10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400"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3" descr="Row 3, text box 1">
            <a:extLst>
              <a:ext uri="{FF2B5EF4-FFF2-40B4-BE49-F238E27FC236}">
                <a16:creationId xmlns:a16="http://schemas.microsoft.com/office/drawing/2014/main" id="{828E38C7-4E21-F24B-B372-9632EC441D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5051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3" descr="Row 3, text box 2">
            <a:extLst>
              <a:ext uri="{FF2B5EF4-FFF2-40B4-BE49-F238E27FC236}">
                <a16:creationId xmlns:a16="http://schemas.microsoft.com/office/drawing/2014/main" id="{8B2FDC15-7948-0244-83E4-0CDCDBC619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86312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3" descr="Row 3, text box 3">
            <a:extLst>
              <a:ext uri="{FF2B5EF4-FFF2-40B4-BE49-F238E27FC236}">
                <a16:creationId xmlns:a16="http://schemas.microsoft.com/office/drawing/2014/main" id="{E4B34A83-BA8A-6844-8A56-BBD517A5B6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7573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3" descr="Row 3, text box 4">
            <a:extLst>
              <a:ext uri="{FF2B5EF4-FFF2-40B4-BE49-F238E27FC236}">
                <a16:creationId xmlns:a16="http://schemas.microsoft.com/office/drawing/2014/main" id="{532716FA-3DC7-AF41-8C5F-F9D040A439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2883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3" descr="Row 3, text box 5">
            <a:extLst>
              <a:ext uri="{FF2B5EF4-FFF2-40B4-BE49-F238E27FC236}">
                <a16:creationId xmlns:a16="http://schemas.microsoft.com/office/drawing/2014/main" id="{6EA6D41F-30CE-1443-9F1F-896A2907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00095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" descr="Row 3, text box 6">
            <a:extLst>
              <a:ext uri="{FF2B5EF4-FFF2-40B4-BE49-F238E27FC236}">
                <a16:creationId xmlns:a16="http://schemas.microsoft.com/office/drawing/2014/main" id="{62388AAB-5BA2-4747-B0D0-B11DA91951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1354" y="4956561"/>
            <a:ext cx="1713607" cy="915157"/>
          </a:xfrm>
          <a:solidFill>
            <a:srgbClr val="F4F8FA"/>
          </a:solidFill>
          <a:ln w="12700">
            <a:solidFill>
              <a:schemeClr val="accent3">
                <a:alpha val="25000"/>
              </a:schemeClr>
            </a:solidFill>
          </a:ln>
        </p:spPr>
        <p:txBody>
          <a:bodyPr wrap="square" tIns="182880"/>
          <a:lstStyle>
            <a:lvl1pPr algn="ctr"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/>
                </a:solidFill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Font typeface="Open Sans" panose="020B0606030504020204" pitchFamily="34" charset="0"/>
              <a:buChar char="​"/>
              <a:defRPr sz="10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E322B01-8AA4-6B48-98B8-90F64F16E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1093076" y="2680138"/>
            <a:ext cx="2459421" cy="0"/>
          </a:xfrm>
          <a:prstGeom prst="line">
            <a:avLst/>
          </a:prstGeom>
          <a:ln w="25400">
            <a:solidFill>
              <a:schemeClr val="accent4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5C97932-042E-C845-9300-586CA61AB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3805092" y="2680138"/>
            <a:ext cx="2459421" cy="0"/>
          </a:xfrm>
          <a:prstGeom prst="line">
            <a:avLst/>
          </a:prstGeom>
          <a:ln w="25400">
            <a:solidFill>
              <a:schemeClr val="accent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EFB321-2C32-7945-A5C9-A9F00AE58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6517108" y="2680138"/>
            <a:ext cx="2459421" cy="0"/>
          </a:xfrm>
          <a:prstGeom prst="line">
            <a:avLst/>
          </a:prstGeom>
          <a:ln w="25400">
            <a:solidFill>
              <a:schemeClr val="accent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8A42CD-A1AD-9149-80A3-4BFE5D75E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 bwMode="gray">
          <a:xfrm>
            <a:off x="9229123" y="2680138"/>
            <a:ext cx="2459421" cy="0"/>
          </a:xfrm>
          <a:prstGeom prst="line">
            <a:avLst/>
          </a:prstGeom>
          <a:ln w="25400">
            <a:solidFill>
              <a:schemeClr val="accent5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age number">
            <a:extLst>
              <a:ext uri="{FF2B5EF4-FFF2-40B4-BE49-F238E27FC236}">
                <a16:creationId xmlns:a16="http://schemas.microsoft.com/office/drawing/2014/main" id="{D09494D0-773E-A04D-BC5F-65AA87B8246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92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AE796DBB-7792-6B1A-4BD6-1B6B3F4B736A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086297-1AF3-2A2B-2613-14EDF97D3E23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E43FCC5-AD89-BD2E-37A1-C8E7D4E39967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5000">
                  <a:srgbClr val="61A30E"/>
                </a:gs>
                <a:gs pos="80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65A5776C-9EB9-F84B-B0C4-411FA1106F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4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green theme.</a:t>
            </a:r>
          </a:p>
        </p:txBody>
      </p:sp>
      <p:sp>
        <p:nvSpPr>
          <p:cNvPr id="15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55FF2E89-7A98-C14C-B802-9BBF588108E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68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E981AE-FE9F-186D-50E0-7F14F9BF53B6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4C6C08E0-382E-E034-0786-953B81FE7655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200D762-9980-0F2F-A4D2-E7F64294A756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2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9" name="Text Placeholder 862">
            <a:extLst>
              <a:ext uri="{FF2B5EF4-FFF2-40B4-BE49-F238E27FC236}">
                <a16:creationId xmlns:a16="http://schemas.microsoft.com/office/drawing/2014/main" id="{113BEA88-710C-A54D-A13C-5E36B6B878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0171" y="2233670"/>
            <a:ext cx="6525709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blue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A15EC20-3B57-4E4E-872C-A34852CBEF1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6AE21A-751A-3AAB-6E34-CE624563FF91}"/>
              </a:ext>
            </a:extLst>
          </p:cNvPr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CFA1240-3D0D-AB66-BC3F-80EED3546482}"/>
                </a:ext>
              </a:extLst>
            </p:cNvPr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>
                <a:gd name="connsiteX0" fmla="*/ 3035983 w 3035983"/>
                <a:gd name="connsiteY0" fmla="*/ 0 h 3162295"/>
                <a:gd name="connsiteX1" fmla="*/ 3035983 w 3035983"/>
                <a:gd name="connsiteY1" fmla="*/ 1627776 h 3162295"/>
                <a:gd name="connsiteX2" fmla="*/ 1779818 w 3035983"/>
                <a:gd name="connsiteY2" fmla="*/ 2883941 h 3162295"/>
                <a:gd name="connsiteX3" fmla="*/ 1107726 w 3035983"/>
                <a:gd name="connsiteY3" fmla="*/ 3162295 h 3162295"/>
                <a:gd name="connsiteX4" fmla="*/ 95248 w 3035983"/>
                <a:gd name="connsiteY4" fmla="*/ 3162295 h 3162295"/>
                <a:gd name="connsiteX5" fmla="*/ 28020 w 3035983"/>
                <a:gd name="connsiteY5" fmla="*/ 3000022 h 3162295"/>
                <a:gd name="connsiteX6" fmla="*/ 2991889 w 3035983"/>
                <a:gd name="connsiteY6" fmla="*/ 36153 h 316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35983" h="3162295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6000">
                  <a:schemeClr val="accent5"/>
                </a:gs>
                <a:gs pos="7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884ED15-B8BE-771F-D78D-1BE6D9F66CCF}"/>
                </a:ext>
              </a:extLst>
            </p:cNvPr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>
                <a:gd name="connsiteX0" fmla="*/ 1729824 w 5910657"/>
                <a:gd name="connsiteY0" fmla="*/ 3921349 h 3921348"/>
                <a:gd name="connsiteX1" fmla="*/ 95248 w 5910657"/>
                <a:gd name="connsiteY1" fmla="*/ 3921349 h 3921348"/>
                <a:gd name="connsiteX2" fmla="*/ 28020 w 5910657"/>
                <a:gd name="connsiteY2" fmla="*/ 3759076 h 3921348"/>
                <a:gd name="connsiteX3" fmla="*/ 3508742 w 5910657"/>
                <a:gd name="connsiteY3" fmla="*/ 278354 h 3921348"/>
                <a:gd name="connsiteX4" fmla="*/ 4180834 w 5910657"/>
                <a:gd name="connsiteY4" fmla="*/ 0 h 3921348"/>
                <a:gd name="connsiteX5" fmla="*/ 5815410 w 5910657"/>
                <a:gd name="connsiteY5" fmla="*/ 0 h 3921348"/>
                <a:gd name="connsiteX6" fmla="*/ 5882638 w 5910657"/>
                <a:gd name="connsiteY6" fmla="*/ 162273 h 3921348"/>
                <a:gd name="connsiteX7" fmla="*/ 2401916 w 5910657"/>
                <a:gd name="connsiteY7" fmla="*/ 3642994 h 3921348"/>
                <a:gd name="connsiteX8" fmla="*/ 1729824 w 5910657"/>
                <a:gd name="connsiteY8" fmla="*/ 3921349 h 39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10657" h="3921348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21000">
                  <a:schemeClr val="accent5"/>
                </a:gs>
                <a:gs pos="83000">
                  <a:srgbClr val="0095C4"/>
                </a:gs>
              </a:gsLst>
              <a:lin ang="18900033" scaled="1"/>
            </a:gradFill>
            <a:ln w="0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</p:grpSp>
      <p:sp>
        <p:nvSpPr>
          <p:cNvPr id="10" name="Text Placeholder 862">
            <a:extLst>
              <a:ext uri="{FF2B5EF4-FFF2-40B4-BE49-F238E27FC236}">
                <a16:creationId xmlns:a16="http://schemas.microsoft.com/office/drawing/2014/main" id="{BB1BA4EC-6D18-954E-81DD-4678CFBE6F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477" y="2233670"/>
            <a:ext cx="6519403" cy="22859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5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 dirty="0"/>
              <a:t>Slide with large text placeholder, purple theme.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12DD3E6-E621-1B4F-9197-621CC0C346AF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9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Leaf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52AB5D8-753F-CA24-2C8A-45BC9791756E}"/>
              </a:ext>
            </a:extLst>
          </p:cNvPr>
          <p:cNvSpPr/>
          <p:nvPr userDrawn="1"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A0A18CC-E157-AD15-E51D-50F3DC99465B}"/>
              </a:ext>
            </a:extLst>
          </p:cNvPr>
          <p:cNvSpPr/>
          <p:nvPr userDrawn="1"/>
        </p:nvSpPr>
        <p:spPr>
          <a:xfrm>
            <a:off x="6457030" y="355921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rgbClr val="61A30E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426C215B-BC62-3CF9-EDF0-6413174A4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 xml:space="preserve">Big Statement – </a:t>
            </a:r>
            <a:br>
              <a:rPr lang="en-US"/>
            </a:br>
            <a:r>
              <a:rPr lang="en-US"/>
              <a:t>Green Theme</a:t>
            </a:r>
          </a:p>
        </p:txBody>
      </p:sp>
      <p:sp>
        <p:nvSpPr>
          <p:cNvPr id="29" name="Subtitle">
            <a:extLst>
              <a:ext uri="{FF2B5EF4-FFF2-40B4-BE49-F238E27FC236}">
                <a16:creationId xmlns:a16="http://schemas.microsoft.com/office/drawing/2014/main" id="{615FECE3-9918-4B48-E68F-739600E4B93A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4144FBF0-61D7-2140-A159-ECF2E9CDDA21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03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43BE5DC-D92A-9A5C-C8AE-7A979F11542A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2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001CFD5C-7C19-8E30-BF20-52E7629C4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Big Statement –</a:t>
            </a:r>
            <a:br>
              <a:rPr lang="en-US"/>
            </a:br>
            <a:r>
              <a:rPr lang="en-US"/>
              <a:t>Blue Theme</a:t>
            </a:r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2765CEAA-0CA6-BE98-B450-1301D576C6A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text</a:t>
            </a:r>
          </a:p>
        </p:txBody>
      </p:sp>
      <p:sp>
        <p:nvSpPr>
          <p:cNvPr id="10" name="Freeform: Shape 5">
            <a:extLst>
              <a:ext uri="{FF2B5EF4-FFF2-40B4-BE49-F238E27FC236}">
                <a16:creationId xmlns:a16="http://schemas.microsoft.com/office/drawing/2014/main" id="{DC6694C6-6A30-F4F5-68A3-ABC8048E7AE9}"/>
              </a:ext>
            </a:extLst>
          </p:cNvPr>
          <p:cNvSpPr/>
          <p:nvPr userDrawn="1"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page number">
            <a:extLst>
              <a:ext uri="{FF2B5EF4-FFF2-40B4-BE49-F238E27FC236}">
                <a16:creationId xmlns:a16="http://schemas.microsoft.com/office/drawing/2014/main" id="{45469056-638C-FF40-8AA5-0675077535BA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2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2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C2AE01D1-6E35-D230-30F3-0D3E2F8A5364}"/>
              </a:ext>
            </a:extLst>
          </p:cNvPr>
          <p:cNvSpPr/>
          <p:nvPr/>
        </p:nvSpPr>
        <p:spPr>
          <a:xfrm>
            <a:off x="6457030" y="3564299"/>
            <a:ext cx="5731795" cy="3298781"/>
          </a:xfrm>
          <a:custGeom>
            <a:avLst/>
            <a:gdLst>
              <a:gd name="connsiteX0" fmla="*/ 3823502 w 5731795"/>
              <a:gd name="connsiteY0" fmla="*/ 0 h 3298781"/>
              <a:gd name="connsiteX1" fmla="*/ 5731795 w 5731795"/>
              <a:gd name="connsiteY1" fmla="*/ 0 h 3298781"/>
              <a:gd name="connsiteX2" fmla="*/ 5731795 w 5731795"/>
              <a:gd name="connsiteY2" fmla="*/ 1358608 h 3298781"/>
              <a:gd name="connsiteX3" fmla="*/ 3791622 w 5731795"/>
              <a:gd name="connsiteY3" fmla="*/ 3298781 h 3298781"/>
              <a:gd name="connsiteX4" fmla="*/ 0 w 5731795"/>
              <a:gd name="connsiteY4" fmla="*/ 3298781 h 3298781"/>
              <a:gd name="connsiteX5" fmla="*/ 2927726 w 5731795"/>
              <a:gd name="connsiteY5" fmla="*/ 371055 h 3298781"/>
              <a:gd name="connsiteX6" fmla="*/ 3823502 w 5731795"/>
              <a:gd name="connsiteY6" fmla="*/ 0 h 3298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1795" h="3298781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21000">
                <a:schemeClr val="accent5"/>
              </a:gs>
              <a:gs pos="83000">
                <a:srgbClr val="0095C4"/>
              </a:gs>
            </a:gsLst>
            <a:lin ang="18900033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CA9A76-8DB9-793E-B69C-4DDA15EBC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08" y="938794"/>
            <a:ext cx="6427626" cy="1229360"/>
          </a:xfrm>
        </p:spPr>
        <p:txBody>
          <a:bodyPr wrap="square" anchor="b"/>
          <a:lstStyle>
            <a:lvl1pPr algn="l">
              <a:defRPr sz="3600" b="0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 xml:space="preserve">Big Statement – </a:t>
            </a:r>
            <a:br>
              <a:rPr lang="en-US" dirty="0"/>
            </a:br>
            <a:r>
              <a:rPr lang="en-US" dirty="0"/>
              <a:t>Purple Theme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9F2B30E-136B-200F-6F46-63B36E449AFD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02966" y="2267712"/>
            <a:ext cx="6408402" cy="70088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9" name="Freeform: Shape 31">
            <a:extLst>
              <a:ext uri="{FF2B5EF4-FFF2-40B4-BE49-F238E27FC236}">
                <a16:creationId xmlns:a16="http://schemas.microsoft.com/office/drawing/2014/main" id="{23AA4DDC-2936-0AB6-8344-5481913C661E}"/>
              </a:ext>
            </a:extLst>
          </p:cNvPr>
          <p:cNvSpPr/>
          <p:nvPr userDrawn="1"/>
        </p:nvSpPr>
        <p:spPr>
          <a:xfrm>
            <a:off x="-9731" y="1828236"/>
            <a:ext cx="12203581" cy="4225133"/>
          </a:xfrm>
          <a:custGeom>
            <a:avLst/>
            <a:gdLst>
              <a:gd name="connsiteX0" fmla="*/ 11206701 w 12203581"/>
              <a:gd name="connsiteY0" fmla="*/ 0 h 4225133"/>
              <a:gd name="connsiteX1" fmla="*/ 12203581 w 12203581"/>
              <a:gd name="connsiteY1" fmla="*/ 0 h 4225133"/>
              <a:gd name="connsiteX2" fmla="*/ 12203581 w 12203581"/>
              <a:gd name="connsiteY2" fmla="*/ 76381 h 4225133"/>
              <a:gd name="connsiteX3" fmla="*/ 11206764 w 12203581"/>
              <a:gd name="connsiteY3" fmla="*/ 76381 h 4225133"/>
              <a:gd name="connsiteX4" fmla="*/ 10082496 w 12203581"/>
              <a:gd name="connsiteY4" fmla="*/ 542038 h 4225133"/>
              <a:gd name="connsiteX5" fmla="*/ 6864996 w 12203581"/>
              <a:gd name="connsiteY5" fmla="*/ 3759476 h 4225133"/>
              <a:gd name="connsiteX6" fmla="*/ 5740727 w 12203581"/>
              <a:gd name="connsiteY6" fmla="*/ 4225133 h 4225133"/>
              <a:gd name="connsiteX7" fmla="*/ 0 w 12203581"/>
              <a:gd name="connsiteY7" fmla="*/ 4225133 h 4225133"/>
              <a:gd name="connsiteX8" fmla="*/ 0 w 12203581"/>
              <a:gd name="connsiteY8" fmla="*/ 4148754 h 4225133"/>
              <a:gd name="connsiteX9" fmla="*/ 5740727 w 12203581"/>
              <a:gd name="connsiteY9" fmla="*/ 4148754 h 4225133"/>
              <a:gd name="connsiteX10" fmla="*/ 6319969 w 12203581"/>
              <a:gd name="connsiteY10" fmla="*/ 4033515 h 4225133"/>
              <a:gd name="connsiteX11" fmla="*/ 6811001 w 12203581"/>
              <a:gd name="connsiteY11" fmla="*/ 3705419 h 4225133"/>
              <a:gd name="connsiteX12" fmla="*/ 10028503 w 12203581"/>
              <a:gd name="connsiteY12" fmla="*/ 487980 h 4225133"/>
              <a:gd name="connsiteX13" fmla="*/ 10569077 w 12203581"/>
              <a:gd name="connsiteY13" fmla="*/ 126813 h 4225133"/>
              <a:gd name="connsiteX14" fmla="*/ 11206701 w 12203581"/>
              <a:gd name="connsiteY14" fmla="*/ 0 h 4225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203581" h="4225133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20000">
                <a:srgbClr val="0095C4"/>
              </a:gs>
              <a:gs pos="8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2A1148C9-BE55-F64C-8A6E-A5239BDB4089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99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ement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62">
            <a:extLst>
              <a:ext uri="{FF2B5EF4-FFF2-40B4-BE49-F238E27FC236}">
                <a16:creationId xmlns:a16="http://schemas.microsoft.com/office/drawing/2014/main" id="{C8F55BC8-3E55-49EB-BF20-18EB4F7F59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014" y="2514600"/>
            <a:ext cx="5485844" cy="182879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  <a:lvl2pPr marL="273050" indent="0"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5DD6E7D-B875-48DF-B6A8-450BD6AE171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85687" y="69850"/>
            <a:ext cx="5403138" cy="6788150"/>
          </a:xfrm>
        </p:spPr>
        <p:txBody>
          <a:bodyPr lIns="640080" tIns="0" rIns="640080"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the icon to insert a picture from your computer</a:t>
            </a: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1AAC44A2-B8BC-4B45-BE44-C4C65AFCB660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43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Statis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B88A46-F304-51F6-1AAF-726E7309052D}"/>
              </a:ext>
            </a:extLst>
          </p:cNvPr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5" name="Text Placeholder 14" descr="Doughnut chart label 3">
            <a:extLst>
              <a:ext uri="{FF2B5EF4-FFF2-40B4-BE49-F238E27FC236}">
                <a16:creationId xmlns:a16="http://schemas.microsoft.com/office/drawing/2014/main" id="{E4BDA96F-134D-4855-8751-F1043ABF3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514599"/>
            <a:ext cx="5027613" cy="1371601"/>
          </a:xfrm>
        </p:spPr>
        <p:txBody>
          <a:bodyPr anchor="ctr"/>
          <a:lstStyle>
            <a:lvl1pPr>
              <a:spcBef>
                <a:spcPts val="0"/>
              </a:spcBef>
              <a:defRPr sz="36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Doughnut Chart slide, click to add text here</a:t>
            </a:r>
          </a:p>
        </p:txBody>
      </p:sp>
      <p:sp>
        <p:nvSpPr>
          <p:cNvPr id="13" name="Text Placeholder 12" descr="Doughnut chart label 1">
            <a:extLst>
              <a:ext uri="{FF2B5EF4-FFF2-40B4-BE49-F238E27FC236}">
                <a16:creationId xmlns:a16="http://schemas.microsoft.com/office/drawing/2014/main" id="{8C4F4198-4BE0-4282-8B86-20DED598DC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330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12" descr="Doughnut chart label 2">
            <a:extLst>
              <a:ext uri="{FF2B5EF4-FFF2-40B4-BE49-F238E27FC236}">
                <a16:creationId xmlns:a16="http://schemas.microsoft.com/office/drawing/2014/main" id="{4B5F4E67-F2E8-4777-B495-668C321DCB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36416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2" descr="Doughnut chart label 4">
            <a:extLst>
              <a:ext uri="{FF2B5EF4-FFF2-40B4-BE49-F238E27FC236}">
                <a16:creationId xmlns:a16="http://schemas.microsoft.com/office/drawing/2014/main" id="{704846F3-64ED-4181-8AEC-68B9734DA96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1103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12" descr="Doughnut chart label 5">
            <a:extLst>
              <a:ext uri="{FF2B5EF4-FFF2-40B4-BE49-F238E27FC236}">
                <a16:creationId xmlns:a16="http://schemas.microsoft.com/office/drawing/2014/main" id="{DD17F439-D919-44B7-889F-96A1DAF172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88109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12" descr="Doughnut chart label 6">
            <a:extLst>
              <a:ext uri="{FF2B5EF4-FFF2-40B4-BE49-F238E27FC236}">
                <a16:creationId xmlns:a16="http://schemas.microsoft.com/office/drawing/2014/main" id="{0DA74846-CC03-44FE-9AE5-4975E808F8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20672" y="5507147"/>
            <a:ext cx="1371064" cy="423862"/>
          </a:xfrm>
        </p:spPr>
        <p:txBody>
          <a:bodyPr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6F2E5-F037-5AFE-8A2F-9719B88B2F30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 xml:space="preserve">Broadcom Proprietary and Confidential. Copyright © 2024 Broadcom.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DFE5E-1709-A7C5-7E2F-AD1472D0175F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2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24AFE851-C873-10C5-E165-301FDB834692}"/>
              </a:ext>
            </a:extLst>
          </p:cNvPr>
          <p:cNvSpPr/>
          <p:nvPr userDrawn="1"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page number">
            <a:extLst>
              <a:ext uri="{FF2B5EF4-FFF2-40B4-BE49-F238E27FC236}">
                <a16:creationId xmlns:a16="http://schemas.microsoft.com/office/drawing/2014/main" id="{5FED840F-E343-734C-96BA-0EFF5AE5DADC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grpSp>
        <p:nvGrpSpPr>
          <p:cNvPr id="39" name="Graphic 8">
            <a:extLst>
              <a:ext uri="{FF2B5EF4-FFF2-40B4-BE49-F238E27FC236}">
                <a16:creationId xmlns:a16="http://schemas.microsoft.com/office/drawing/2014/main" id="{51D71EBD-582E-1FCD-4FB5-19DB293014E0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0" name="Graphic 8">
              <a:extLst>
                <a:ext uri="{FF2B5EF4-FFF2-40B4-BE49-F238E27FC236}">
                  <a16:creationId xmlns:a16="http://schemas.microsoft.com/office/drawing/2014/main" id="{D35F1425-35AB-A636-90BD-74567B35A7DA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9" name="Freeform 49">
                <a:extLst>
                  <a:ext uri="{FF2B5EF4-FFF2-40B4-BE49-F238E27FC236}">
                    <a16:creationId xmlns:a16="http://schemas.microsoft.com/office/drawing/2014/main" id="{72251ED7-7751-A756-FB41-95D0A573AE7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4F380DE5-9091-5FB2-3647-07110D571357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1">
                <a:extLst>
                  <a:ext uri="{FF2B5EF4-FFF2-40B4-BE49-F238E27FC236}">
                    <a16:creationId xmlns:a16="http://schemas.microsoft.com/office/drawing/2014/main" id="{63D834CB-F2F1-9CF3-3306-BA788EF4C863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9DF9D2C4-19CD-6D6F-D1D1-11CE96C0E99D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3">
                <a:extLst>
                  <a:ext uri="{FF2B5EF4-FFF2-40B4-BE49-F238E27FC236}">
                    <a16:creationId xmlns:a16="http://schemas.microsoft.com/office/drawing/2014/main" id="{78F9C88E-5836-8A77-4538-E2CB490964F3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4">
                <a:extLst>
                  <a:ext uri="{FF2B5EF4-FFF2-40B4-BE49-F238E27FC236}">
                    <a16:creationId xmlns:a16="http://schemas.microsoft.com/office/drawing/2014/main" id="{2234677F-1EF1-C24A-2456-FB35C738163D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5">
                <a:extLst>
                  <a:ext uri="{FF2B5EF4-FFF2-40B4-BE49-F238E27FC236}">
                    <a16:creationId xmlns:a16="http://schemas.microsoft.com/office/drawing/2014/main" id="{626F9D8A-D6B5-1888-E8B1-9C3B8C259EF5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6">
                <a:extLst>
                  <a:ext uri="{FF2B5EF4-FFF2-40B4-BE49-F238E27FC236}">
                    <a16:creationId xmlns:a16="http://schemas.microsoft.com/office/drawing/2014/main" id="{7096839D-686D-9DA0-39C1-FF38ACD7988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7">
                <a:extLst>
                  <a:ext uri="{FF2B5EF4-FFF2-40B4-BE49-F238E27FC236}">
                    <a16:creationId xmlns:a16="http://schemas.microsoft.com/office/drawing/2014/main" id="{58CEFB5A-654F-87FC-D4AD-C96299F7F5DE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8">
                <a:extLst>
                  <a:ext uri="{FF2B5EF4-FFF2-40B4-BE49-F238E27FC236}">
                    <a16:creationId xmlns:a16="http://schemas.microsoft.com/office/drawing/2014/main" id="{CFBE9921-9212-4D37-DEE1-045D17910520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1" name="Graphic 8">
              <a:extLst>
                <a:ext uri="{FF2B5EF4-FFF2-40B4-BE49-F238E27FC236}">
                  <a16:creationId xmlns:a16="http://schemas.microsoft.com/office/drawing/2014/main" id="{1E38B9D4-555F-EEC6-42D8-A5C4F792F610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2" name="Freeform 60">
                <a:extLst>
                  <a:ext uri="{FF2B5EF4-FFF2-40B4-BE49-F238E27FC236}">
                    <a16:creationId xmlns:a16="http://schemas.microsoft.com/office/drawing/2014/main" id="{9D3B5F0D-70BB-140A-76C7-DFCFF0777F32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61">
                <a:extLst>
                  <a:ext uri="{FF2B5EF4-FFF2-40B4-BE49-F238E27FC236}">
                    <a16:creationId xmlns:a16="http://schemas.microsoft.com/office/drawing/2014/main" id="{4C7E6602-CB3B-E010-2E47-5CF99A734497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62">
                <a:extLst>
                  <a:ext uri="{FF2B5EF4-FFF2-40B4-BE49-F238E27FC236}">
                    <a16:creationId xmlns:a16="http://schemas.microsoft.com/office/drawing/2014/main" id="{9D8567F3-62AD-F216-0AF6-E4169127352D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63">
                <a:extLst>
                  <a:ext uri="{FF2B5EF4-FFF2-40B4-BE49-F238E27FC236}">
                    <a16:creationId xmlns:a16="http://schemas.microsoft.com/office/drawing/2014/main" id="{2FEEA58D-D9DD-FFD2-C302-3DD4E8DAF5FC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64">
                <a:extLst>
                  <a:ext uri="{FF2B5EF4-FFF2-40B4-BE49-F238E27FC236}">
                    <a16:creationId xmlns:a16="http://schemas.microsoft.com/office/drawing/2014/main" id="{3C5437F9-4193-4740-1635-D710F784A6A4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42E15317-316C-8EDA-CD39-0C8616D58909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66">
                <a:extLst>
                  <a:ext uri="{FF2B5EF4-FFF2-40B4-BE49-F238E27FC236}">
                    <a16:creationId xmlns:a16="http://schemas.microsoft.com/office/drawing/2014/main" id="{F53C646D-9387-7EA5-512E-D7BE25FBA137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277E1DA-8868-BA67-BE68-686EDA512F5C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sp>
        <p:nvSpPr>
          <p:cNvPr id="23" name="Chart Placeholder 22">
            <a:extLst>
              <a:ext uri="{FF2B5EF4-FFF2-40B4-BE49-F238E27FC236}">
                <a16:creationId xmlns:a16="http://schemas.microsoft.com/office/drawing/2014/main" id="{4093E53D-7586-4113-99BD-F45F1343692F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 bwMode="gray">
          <a:xfrm>
            <a:off x="662672" y="722997"/>
            <a:ext cx="4480256" cy="4480256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 xml:space="preserve">Click to insert a </a:t>
            </a:r>
            <a:br>
              <a:rPr lang="en-US" dirty="0"/>
            </a:br>
            <a:r>
              <a:rPr lang="en-US" dirty="0"/>
              <a:t>Doughnut chart</a:t>
            </a:r>
          </a:p>
        </p:txBody>
      </p:sp>
    </p:spTree>
    <p:extLst>
      <p:ext uri="{BB962C8B-B14F-4D97-AF65-F5344CB8AC3E}">
        <p14:creationId xmlns:p14="http://schemas.microsoft.com/office/powerpoint/2010/main" val="2996566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  <p:sp>
        <p:nvSpPr>
          <p:cNvPr id="3" name="page number">
            <a:extLst>
              <a:ext uri="{FF2B5EF4-FFF2-40B4-BE49-F238E27FC236}">
                <a16:creationId xmlns:a16="http://schemas.microsoft.com/office/drawing/2014/main" id="{BE17F87B-8433-6C45-84D8-13DF5C0ADDB4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mtClean="0"/>
              <a:pPr lvl="0"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49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Lea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6DE6961-EE11-6DE7-194F-886ED937142D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rgbClr val="61A30E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F8F365AF-9910-BF20-6CFB-24D4C0928B4D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07DE2-A4BE-3B43-A385-D616B948566C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1" name="Graphic 8">
            <a:extLst>
              <a:ext uri="{FF2B5EF4-FFF2-40B4-BE49-F238E27FC236}">
                <a16:creationId xmlns:a16="http://schemas.microsoft.com/office/drawing/2014/main" id="{6CCAFF07-C864-65F7-E8B7-2C5633311999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12" name="Graphic 8">
              <a:extLst>
                <a:ext uri="{FF2B5EF4-FFF2-40B4-BE49-F238E27FC236}">
                  <a16:creationId xmlns:a16="http://schemas.microsoft.com/office/drawing/2014/main" id="{AE286926-0755-5C11-7A0A-71094C615B0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1302BC0-EF33-69DC-5657-3D7BE117EB0F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EAD69D2-73E4-A144-E3E4-00652D470A7C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D44DE0F-E65D-8F5E-DDB1-448E05AF8B4D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00A7CEA-47C8-F052-0ABC-CC3EB17C99C8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263CA39-11CD-CCFC-8658-51B68E806BF2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54151A7-9F9E-00A6-12C4-7BF08E75C919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1677C85A-569D-FF5C-4327-E5F7B4ABB32F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E88D3A2E-3EBA-D825-F133-2DE36CA58E51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803B19A-69EA-855A-98FD-BD1186959E33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BFA825D-97CB-A8C0-AFB9-8046277D8437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" name="Graphic 8">
              <a:extLst>
                <a:ext uri="{FF2B5EF4-FFF2-40B4-BE49-F238E27FC236}">
                  <a16:creationId xmlns:a16="http://schemas.microsoft.com/office/drawing/2014/main" id="{3A2519BE-9221-F0E4-149B-1E0F287B15F2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24DA16D-AFE1-058B-85D1-9EA36D66A8EC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55335D38-CD27-91AC-1D9C-2ECBE6EA600D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93057BCE-C1E5-5093-0F75-68335E992A19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CA24CC9-729F-DCB8-F923-0F15F8C9188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BAE7E7AF-181B-E7F5-FE78-4DDD4C4C35B5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473C35A-2B1B-B305-B605-0C9EA6533ED6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150F0538-4DA7-4B39-5875-633FB6643611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C5EE576-7D35-4E9E-7E82-8116BB430A44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Freeform: Shape 1">
            <a:extLst>
              <a:ext uri="{FF2B5EF4-FFF2-40B4-BE49-F238E27FC236}">
                <a16:creationId xmlns:a16="http://schemas.microsoft.com/office/drawing/2014/main" id="{1C5EE576-7D35-4E9E-7E82-8116BB430A44}"/>
              </a:ext>
            </a:extLst>
          </p:cNvPr>
          <p:cNvSpPr/>
          <p:nvPr userDrawn="1"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4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C0D969-A405-CD2A-A392-B917B8B613B7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100038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Aq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BDF268-11B0-0052-054F-E2A7324524A8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chemeClr val="accent2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D863588-1EDA-72EC-6D61-3E8A0E7CB273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FB6A110-E961-EB34-6F92-35210D5B70F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12A38-34FF-DD48-95F6-31F5ED4772C8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0951A-A1C2-4343-3CAE-6020736681CC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 xml:space="preserve">Broadcom Proprietary and Confidential. Copyright © 2024 Broadcom.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F24270-F144-4E34-E75B-7BF480C1A43F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51193D83-E1DC-D884-497D-C36876692E8C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6288BEE3-23F3-B6B1-B482-0F9A9F569EA0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0DE5843-3B4A-E700-B0DB-5D9A3AD21F9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BDE397DD-E9E8-91B5-8C3B-45ED0D0B04B1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6E6BB379-A9C5-4D4D-9C59-B482A1CFFCF1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5BF377CA-F78E-1D05-7E30-F0B6B3DB3F0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8C25C045-0720-3CF6-0232-C3865968DD47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92D9964-F2E9-F1D3-0D41-4D1006001336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018C7F5-E13A-499D-ABFD-F4667F22C04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0E76BD13-FD6A-3266-F187-4A6360DA733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254CDF54-5CC7-42D5-FF3B-EA1A9615C9EB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CA008CD7-A5BA-D93B-24CF-53A3613EEB9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0E16E021-24D5-689F-4C32-B7C3B76D27F1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90104B9-EB0A-6BF7-8DA0-69BE6F5CEC5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14FF2423-AC5E-7429-E3BB-D400CC6C4F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278A855B-3ED8-07E8-9617-3CABB4692131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30E10BD-35C4-2EB3-CD9E-CB79BB947F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D6F1BE7-A87D-4DD0-910A-5119820395C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59043ED-8660-66C4-91BC-AF45873D847E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479B44E-348E-907C-601F-D41A24CC5E58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32" name="Freeform: Shape 14">
            <a:extLst>
              <a:ext uri="{FF2B5EF4-FFF2-40B4-BE49-F238E27FC236}">
                <a16:creationId xmlns:a16="http://schemas.microsoft.com/office/drawing/2014/main" id="{CD863588-1EDA-72EC-6D61-3E8A0E7CB273}"/>
              </a:ext>
            </a:extLst>
          </p:cNvPr>
          <p:cNvSpPr/>
          <p:nvPr userDrawn="1"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Freeform: Shape 29">
            <a:extLst>
              <a:ext uri="{FF2B5EF4-FFF2-40B4-BE49-F238E27FC236}">
                <a16:creationId xmlns:a16="http://schemas.microsoft.com/office/drawing/2014/main" id="{FFB6A110-E961-EB34-6F92-35210D5B70F6}"/>
              </a:ext>
            </a:extLst>
          </p:cNvPr>
          <p:cNvSpPr/>
          <p:nvPr userDrawn="1"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2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D12A38-34FF-DD48-95F6-31F5ED4772C8}"/>
              </a:ext>
            </a:extLst>
          </p:cNvPr>
          <p:cNvSpPr txBox="1"/>
          <p:nvPr userDrawn="1"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37" name="Graphic 8">
            <a:extLst>
              <a:ext uri="{FF2B5EF4-FFF2-40B4-BE49-F238E27FC236}">
                <a16:creationId xmlns:a16="http://schemas.microsoft.com/office/drawing/2014/main" id="{51193D83-E1DC-D884-497D-C36876692E8C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8" name="Graphic 8">
              <a:extLst>
                <a:ext uri="{FF2B5EF4-FFF2-40B4-BE49-F238E27FC236}">
                  <a16:creationId xmlns:a16="http://schemas.microsoft.com/office/drawing/2014/main" id="{6288BEE3-23F3-B6B1-B482-0F9A9F569EA0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90DE5843-3B4A-E700-B0DB-5D9A3AD21F98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DE397DD-E9E8-91B5-8C3B-45ED0D0B04B1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6BB379-A9C5-4D4D-9C59-B482A1CFFCF1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5BF377CA-F78E-1D05-7E30-F0B6B3DB3F06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C25C045-0720-3CF6-0232-C3865968DD47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92D9964-F2E9-F1D3-0D41-4D1006001336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B018C7F5-E13A-499D-ABFD-F4667F22C046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0E76BD13-FD6A-3266-F187-4A6360DA733F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54CDF54-5CC7-42D5-FF3B-EA1A9615C9EB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CA008CD7-A5BA-D93B-24CF-53A3613EEB94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9" name="Graphic 8">
              <a:extLst>
                <a:ext uri="{FF2B5EF4-FFF2-40B4-BE49-F238E27FC236}">
                  <a16:creationId xmlns:a16="http://schemas.microsoft.com/office/drawing/2014/main" id="{0E16E021-24D5-689F-4C32-B7C3B76D27F1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E90104B9-EB0A-6BF7-8DA0-69BE6F5CEC54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14FF2423-AC5E-7429-E3BB-D400CC6C4F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278A855B-3ED8-07E8-9617-3CABB4692131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630E10BD-35C4-2EB3-CD9E-CB79BB947F28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D6F1BE7-A87D-4DD0-910A-5119820395C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A59043ED-8660-66C4-91BC-AF45873D847E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C479B44E-348E-907C-601F-D41A24CC5E58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9FCD237-E611-CAC8-3736-F49AF3DA231A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85378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/ Closing - Pl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D7BA03-D917-7BF7-506D-6901DD40B1DF}"/>
              </a:ext>
            </a:extLst>
          </p:cNvPr>
          <p:cNvSpPr/>
          <p:nvPr/>
        </p:nvSpPr>
        <p:spPr>
          <a:xfrm>
            <a:off x="0" y="0"/>
            <a:ext cx="6635783" cy="4452826"/>
          </a:xfrm>
          <a:custGeom>
            <a:avLst/>
            <a:gdLst>
              <a:gd name="connsiteX0" fmla="*/ 0 w 6635783"/>
              <a:gd name="connsiteY0" fmla="*/ 0 h 4452826"/>
              <a:gd name="connsiteX1" fmla="*/ 6635783 w 6635783"/>
              <a:gd name="connsiteY1" fmla="*/ 0 h 4452826"/>
              <a:gd name="connsiteX2" fmla="*/ 2550426 w 6635783"/>
              <a:gd name="connsiteY2" fmla="*/ 4085358 h 4452826"/>
              <a:gd name="connsiteX3" fmla="*/ 1663310 w 6635783"/>
              <a:gd name="connsiteY3" fmla="*/ 4452826 h 4452826"/>
              <a:gd name="connsiteX4" fmla="*/ 0 w 6635783"/>
              <a:gd name="connsiteY4" fmla="*/ 4452826 h 44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5783" h="4452826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12000">
                <a:schemeClr val="accent5"/>
              </a:gs>
              <a:gs pos="85000">
                <a:srgbClr val="0095C4"/>
              </a:gs>
            </a:gsLst>
            <a:lin ang="18899976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317424D-DA75-A15F-0C19-096E89461340}"/>
              </a:ext>
            </a:extLst>
          </p:cNvPr>
          <p:cNvSpPr/>
          <p:nvPr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B9DBD-7EC8-8749-8D2B-52C66972D46E}"/>
              </a:ext>
            </a:extLst>
          </p:cNvPr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B548BE-0CE3-CE23-414D-C93C2FDD312A}"/>
              </a:ext>
            </a:extLst>
          </p:cNvPr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 xml:space="preserve">Broadcom Proprietary and Confidential. Copyright © 2024 Broadcom.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99895-20CD-709C-3907-26845A30404E}"/>
              </a:ext>
            </a:extLst>
          </p:cNvPr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Metropolis-Regular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  <p:grpSp>
        <p:nvGrpSpPr>
          <p:cNvPr id="4" name="Graphic 8">
            <a:extLst>
              <a:ext uri="{FF2B5EF4-FFF2-40B4-BE49-F238E27FC236}">
                <a16:creationId xmlns:a16="http://schemas.microsoft.com/office/drawing/2014/main" id="{8112DCCF-A410-8E64-BF5C-1AED8279B1FF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5" name="Graphic 8">
              <a:extLst>
                <a:ext uri="{FF2B5EF4-FFF2-40B4-BE49-F238E27FC236}">
                  <a16:creationId xmlns:a16="http://schemas.microsoft.com/office/drawing/2014/main" id="{A780A5E4-1B39-5A5D-52AB-EFC20E62EA25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0903C10-9C43-4029-1989-8796170B6B2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9527ED7E-456D-AB30-D2D0-4C61F6B8397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0499A972-1ADB-ED5A-C815-DB3F2191D945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D803CC09-D71F-9E10-DA97-C55AD0BCE24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13B2A944-7BD4-DD11-180F-B80BF28EB678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C8B82B9-ED10-F9AC-D3B8-E0275C3CBDE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627E22E-2D4D-FEA9-006A-7DD242E2518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4169526B-DAA6-4992-5CF6-225DE8545F4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555D210-195A-A18A-E0CE-77874E51EB4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83DDD2B8-EB7C-AACE-B23F-6FA8B1A57F12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" name="Graphic 8">
              <a:extLst>
                <a:ext uri="{FF2B5EF4-FFF2-40B4-BE49-F238E27FC236}">
                  <a16:creationId xmlns:a16="http://schemas.microsoft.com/office/drawing/2014/main" id="{33CF0C83-9B67-4AA2-133D-C3006C860F5E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811D246-0428-1254-CBB5-CB40B6BB8558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0FE8401-7316-2698-D80B-7C0E88A325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241BCF0-F50B-2C01-4E3D-8987EE3AEBC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E45D38ED-BA90-5035-9D1B-207CDE6D1DD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95663DE-6FC0-F26D-5DE1-C203DA0E3D8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EE0604B-AD28-DEF4-B2C5-6D7AB5FD3A55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76B44DF-1000-68A6-6AF7-E8182D7C4F2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039270F-3B2C-5A52-9E64-757A7B136566}"/>
              </a:ext>
            </a:extLst>
          </p:cNvPr>
          <p:cNvSpPr/>
          <p:nvPr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Freeform: Shape 7">
            <a:extLst>
              <a:ext uri="{FF2B5EF4-FFF2-40B4-BE49-F238E27FC236}">
                <a16:creationId xmlns:a16="http://schemas.microsoft.com/office/drawing/2014/main" id="{6317424D-DA75-A15F-0C19-096E89461340}"/>
              </a:ext>
            </a:extLst>
          </p:cNvPr>
          <p:cNvSpPr/>
          <p:nvPr userDrawn="1"/>
        </p:nvSpPr>
        <p:spPr>
          <a:xfrm>
            <a:off x="0" y="0"/>
            <a:ext cx="12188827" cy="6858000"/>
          </a:xfrm>
          <a:custGeom>
            <a:avLst/>
            <a:gdLst>
              <a:gd name="connsiteX0" fmla="*/ 8298300 w 12219884"/>
              <a:gd name="connsiteY0" fmla="*/ 0 h 6858000"/>
              <a:gd name="connsiteX1" fmla="*/ 12219884 w 12219884"/>
              <a:gd name="connsiteY1" fmla="*/ 0 h 6858000"/>
              <a:gd name="connsiteX2" fmla="*/ 12219884 w 12219884"/>
              <a:gd name="connsiteY2" fmla="*/ 6858000 h 6858000"/>
              <a:gd name="connsiteX3" fmla="*/ 0 w 12219884"/>
              <a:gd name="connsiteY3" fmla="*/ 6858000 h 6858000"/>
              <a:gd name="connsiteX4" fmla="*/ 0 w 12219884"/>
              <a:gd name="connsiteY4" fmla="*/ 5087251 h 6858000"/>
              <a:gd name="connsiteX5" fmla="*/ 2577461 w 12219884"/>
              <a:gd name="connsiteY5" fmla="*/ 5085576 h 6858000"/>
              <a:gd name="connsiteX6" fmla="*/ 3686387 w 12219884"/>
              <a:gd name="connsiteY6" fmla="*/ 46262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9884" h="685800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  <a:effectLst>
            <a:outerShdw blurRad="241300" sx="102000" sy="102000" algn="ctr" rotWithShape="0">
              <a:schemeClr val="accent3">
                <a:alpha val="15000"/>
              </a:scheme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EB9DBD-7EC8-8749-8D2B-52C66972D46E}"/>
              </a:ext>
            </a:extLst>
          </p:cNvPr>
          <p:cNvSpPr txBox="1"/>
          <p:nvPr userDrawn="1"/>
        </p:nvSpPr>
        <p:spPr>
          <a:xfrm>
            <a:off x="7122912" y="4133697"/>
            <a:ext cx="3585557" cy="6924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5000" b="0" kern="1200" cap="none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35" name="Graphic 8">
            <a:extLst>
              <a:ext uri="{FF2B5EF4-FFF2-40B4-BE49-F238E27FC236}">
                <a16:creationId xmlns:a16="http://schemas.microsoft.com/office/drawing/2014/main" id="{8112DCCF-A410-8E64-BF5C-1AED8279B1FF}"/>
              </a:ext>
            </a:extLst>
          </p:cNvPr>
          <p:cNvGrpSpPr/>
          <p:nvPr userDrawn="1"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36" name="Graphic 8">
              <a:extLst>
                <a:ext uri="{FF2B5EF4-FFF2-40B4-BE49-F238E27FC236}">
                  <a16:creationId xmlns:a16="http://schemas.microsoft.com/office/drawing/2014/main" id="{A780A5E4-1B39-5A5D-52AB-EFC20E62EA25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E0903C10-9C43-4029-1989-8796170B6B2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9527ED7E-456D-AB30-D2D0-4C61F6B8397F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0499A972-1ADB-ED5A-C815-DB3F2191D945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D803CC09-D71F-9E10-DA97-C55AD0BCE241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3B2A944-7BD4-DD11-180F-B80BF28EB678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CC8B82B9-ED10-F9AC-D3B8-E0275C3CBDE8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4627E22E-2D4D-FEA9-006A-7DD242E25182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4169526B-DAA6-4992-5CF6-225DE8545F4E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4555D210-195A-A18A-E0CE-77874E51EB4A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83DDD2B8-EB7C-AACE-B23F-6FA8B1A57F12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7" name="Graphic 8">
              <a:extLst>
                <a:ext uri="{FF2B5EF4-FFF2-40B4-BE49-F238E27FC236}">
                  <a16:creationId xmlns:a16="http://schemas.microsoft.com/office/drawing/2014/main" id="{33CF0C83-9B67-4AA2-133D-C3006C860F5E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0811D246-0428-1254-CBB5-CB40B6BB8558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0FE8401-7316-2698-D80B-7C0E88A32559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2241BCF0-F50B-2C01-4E3D-8987EE3AEBC6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E45D38ED-BA90-5035-9D1B-207CDE6D1DDE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495663DE-6FC0-F26D-5DE1-C203DA0E3D8E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EE0604B-AD28-DEF4-B2C5-6D7AB5FD3A55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676B44DF-1000-68A6-6AF7-E8182D7C4F2D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55" name="Freeform: Shape 12">
            <a:extLst>
              <a:ext uri="{FF2B5EF4-FFF2-40B4-BE49-F238E27FC236}">
                <a16:creationId xmlns:a16="http://schemas.microsoft.com/office/drawing/2014/main" id="{C039270F-3B2C-5A52-9E64-757A7B136566}"/>
              </a:ext>
            </a:extLst>
          </p:cNvPr>
          <p:cNvSpPr/>
          <p:nvPr userDrawn="1"/>
        </p:nvSpPr>
        <p:spPr>
          <a:xfrm>
            <a:off x="0" y="0"/>
            <a:ext cx="8366346" cy="5149879"/>
          </a:xfrm>
          <a:custGeom>
            <a:avLst/>
            <a:gdLst>
              <a:gd name="connsiteX0" fmla="*/ 8300010 w 8406233"/>
              <a:gd name="connsiteY0" fmla="*/ 0 h 5164293"/>
              <a:gd name="connsiteX1" fmla="*/ 8406233 w 8406233"/>
              <a:gd name="connsiteY1" fmla="*/ 0 h 5164293"/>
              <a:gd name="connsiteX2" fmla="*/ 3739706 w 8406233"/>
              <a:gd name="connsiteY2" fmla="*/ 4681182 h 5164293"/>
              <a:gd name="connsiteX3" fmla="*/ 2577461 w 8406233"/>
              <a:gd name="connsiteY3" fmla="*/ 5162629 h 5164293"/>
              <a:gd name="connsiteX4" fmla="*/ 0 w 8406233"/>
              <a:gd name="connsiteY4" fmla="*/ 5164293 h 5164293"/>
              <a:gd name="connsiteX5" fmla="*/ 0 w 8406233"/>
              <a:gd name="connsiteY5" fmla="*/ 5088966 h 5164293"/>
              <a:gd name="connsiteX6" fmla="*/ 2577461 w 8406233"/>
              <a:gd name="connsiteY6" fmla="*/ 5087291 h 5164293"/>
              <a:gd name="connsiteX7" fmla="*/ 3686388 w 8406233"/>
              <a:gd name="connsiteY7" fmla="*/ 4627988 h 516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06233" h="5164293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31000">
                <a:srgbClr val="0095C4"/>
              </a:gs>
              <a:gs pos="94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C42D0-DC6D-DA1A-9109-B30DDBCA1FD2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221344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ick to edit title"/>
          <p:cNvSpPr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</p:spPr>
        <p:txBody>
          <a:bodyPr vert="horz" wrap="none" lIns="0" tIns="0" rIns="0" bIns="0" rtlCol="0" anchor="b">
            <a:noAutofit/>
          </a:bodyPr>
          <a:lstStyle/>
          <a:p>
            <a:r>
              <a:rPr lang="en-US" dirty="0"/>
              <a:t>Click to edit Master default content style</a:t>
            </a:r>
          </a:p>
        </p:txBody>
      </p:sp>
      <p:sp>
        <p:nvSpPr>
          <p:cNvPr id="3" name="Click to edit content box"/>
          <p:cNvSpPr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8" name="Graphic 8">
            <a:extLst>
              <a:ext uri="{FF2B5EF4-FFF2-40B4-BE49-F238E27FC236}">
                <a16:creationId xmlns:a16="http://schemas.microsoft.com/office/drawing/2014/main" id="{D82EF380-0C1A-9923-E1BB-4A4A82A50052}"/>
              </a:ext>
            </a:extLst>
          </p:cNvPr>
          <p:cNvGrpSpPr/>
          <p:nvPr/>
        </p:nvGrpSpPr>
        <p:grpSpPr>
          <a:xfrm>
            <a:off x="265625" y="6323271"/>
            <a:ext cx="1249223" cy="369648"/>
            <a:chOff x="265625" y="6323271"/>
            <a:chExt cx="1249223" cy="369648"/>
          </a:xfrm>
          <a:solidFill>
            <a:srgbClr val="000000"/>
          </a:solidFill>
        </p:grpSpPr>
        <p:grpSp>
          <p:nvGrpSpPr>
            <p:cNvPr id="49" name="Graphic 8">
              <a:extLst>
                <a:ext uri="{FF2B5EF4-FFF2-40B4-BE49-F238E27FC236}">
                  <a16:creationId xmlns:a16="http://schemas.microsoft.com/office/drawing/2014/main" id="{54FAF84D-171B-0C10-ED68-71DF0155B5A3}"/>
                </a:ext>
              </a:extLst>
            </p:cNvPr>
            <p:cNvGrpSpPr/>
            <p:nvPr/>
          </p:nvGrpSpPr>
          <p:grpSpPr>
            <a:xfrm>
              <a:off x="745455" y="6594444"/>
              <a:ext cx="722662" cy="98475"/>
              <a:chOff x="745455" y="6594444"/>
              <a:chExt cx="722662" cy="98475"/>
            </a:xfrm>
            <a:solidFill>
              <a:srgbClr val="000000"/>
            </a:solidFill>
          </p:grpSpPr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3FA24438-4158-EA0B-DE4E-8015E1E32AD3}"/>
                  </a:ext>
                </a:extLst>
              </p:cNvPr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>
                  <a:gd name="connsiteX0" fmla="*/ 5397 w 55936"/>
                  <a:gd name="connsiteY0" fmla="*/ 68381 h 81777"/>
                  <a:gd name="connsiteX1" fmla="*/ 5397 w 55936"/>
                  <a:gd name="connsiteY1" fmla="*/ 80508 h 81777"/>
                  <a:gd name="connsiteX2" fmla="*/ 0 w 55936"/>
                  <a:gd name="connsiteY2" fmla="*/ 80508 h 81777"/>
                  <a:gd name="connsiteX3" fmla="*/ 0 w 55936"/>
                  <a:gd name="connsiteY3" fmla="*/ 0 h 81777"/>
                  <a:gd name="connsiteX4" fmla="*/ 5397 w 55936"/>
                  <a:gd name="connsiteY4" fmla="*/ 0 h 81777"/>
                  <a:gd name="connsiteX5" fmla="*/ 5397 w 55936"/>
                  <a:gd name="connsiteY5" fmla="*/ 36826 h 81777"/>
                  <a:gd name="connsiteX6" fmla="*/ 28571 w 55936"/>
                  <a:gd name="connsiteY6" fmla="*/ 22920 h 81777"/>
                  <a:gd name="connsiteX7" fmla="*/ 55936 w 55936"/>
                  <a:gd name="connsiteY7" fmla="*/ 52126 h 81777"/>
                  <a:gd name="connsiteX8" fmla="*/ 55936 w 55936"/>
                  <a:gd name="connsiteY8" fmla="*/ 52317 h 81777"/>
                  <a:gd name="connsiteX9" fmla="*/ 28571 w 55936"/>
                  <a:gd name="connsiteY9" fmla="*/ 81777 h 81777"/>
                  <a:gd name="connsiteX10" fmla="*/ 5397 w 55936"/>
                  <a:gd name="connsiteY10" fmla="*/ 68381 h 81777"/>
                  <a:gd name="connsiteX11" fmla="*/ 50095 w 55936"/>
                  <a:gd name="connsiteY11" fmla="*/ 52571 h 81777"/>
                  <a:gd name="connsiteX12" fmla="*/ 50095 w 55936"/>
                  <a:gd name="connsiteY12" fmla="*/ 52381 h 81777"/>
                  <a:gd name="connsiteX13" fmla="*/ 28063 w 55936"/>
                  <a:gd name="connsiteY13" fmla="*/ 28127 h 81777"/>
                  <a:gd name="connsiteX14" fmla="*/ 5143 w 55936"/>
                  <a:gd name="connsiteY14" fmla="*/ 52254 h 81777"/>
                  <a:gd name="connsiteX15" fmla="*/ 5143 w 55936"/>
                  <a:gd name="connsiteY15" fmla="*/ 52444 h 81777"/>
                  <a:gd name="connsiteX16" fmla="*/ 28063 w 55936"/>
                  <a:gd name="connsiteY16" fmla="*/ 76571 h 81777"/>
                  <a:gd name="connsiteX17" fmla="*/ 50095 w 55936"/>
                  <a:gd name="connsiteY17" fmla="*/ 52571 h 81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936" h="81777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6BB840E-D68F-76E7-7DA9-BF6B79D252BE}"/>
                  </a:ext>
                </a:extLst>
              </p:cNvPr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>
                  <a:gd name="connsiteX0" fmla="*/ 49904 w 55872"/>
                  <a:gd name="connsiteY0" fmla="*/ 0 h 74221"/>
                  <a:gd name="connsiteX1" fmla="*/ 55873 w 55872"/>
                  <a:gd name="connsiteY1" fmla="*/ 0 h 74221"/>
                  <a:gd name="connsiteX2" fmla="*/ 31492 w 55872"/>
                  <a:gd name="connsiteY2" fmla="*/ 58221 h 74221"/>
                  <a:gd name="connsiteX3" fmla="*/ 12762 w 55872"/>
                  <a:gd name="connsiteY3" fmla="*/ 74221 h 74221"/>
                  <a:gd name="connsiteX4" fmla="*/ 1651 w 55872"/>
                  <a:gd name="connsiteY4" fmla="*/ 71809 h 74221"/>
                  <a:gd name="connsiteX5" fmla="*/ 3492 w 55872"/>
                  <a:gd name="connsiteY5" fmla="*/ 67047 h 74221"/>
                  <a:gd name="connsiteX6" fmla="*/ 13079 w 55872"/>
                  <a:gd name="connsiteY6" fmla="*/ 69142 h 74221"/>
                  <a:gd name="connsiteX7" fmla="*/ 26984 w 55872"/>
                  <a:gd name="connsiteY7" fmla="*/ 55936 h 74221"/>
                  <a:gd name="connsiteX8" fmla="*/ 0 w 55872"/>
                  <a:gd name="connsiteY8" fmla="*/ 0 h 74221"/>
                  <a:gd name="connsiteX9" fmla="*/ 6286 w 55872"/>
                  <a:gd name="connsiteY9" fmla="*/ 0 h 74221"/>
                  <a:gd name="connsiteX10" fmla="*/ 29651 w 55872"/>
                  <a:gd name="connsiteY10" fmla="*/ 50285 h 74221"/>
                  <a:gd name="connsiteX11" fmla="*/ 49904 w 55872"/>
                  <a:gd name="connsiteY11" fmla="*/ 0 h 7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5872" h="74221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59510B1D-6A5F-3EF5-3680-B51E20570E6A}"/>
                  </a:ext>
                </a:extLst>
              </p:cNvPr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>
                  <a:gd name="connsiteX0" fmla="*/ 63 w 64317"/>
                  <a:gd name="connsiteY0" fmla="*/ 0 h 77079"/>
                  <a:gd name="connsiteX1" fmla="*/ 34666 w 64317"/>
                  <a:gd name="connsiteY1" fmla="*/ 0 h 77079"/>
                  <a:gd name="connsiteX2" fmla="*/ 54857 w 64317"/>
                  <a:gd name="connsiteY2" fmla="*/ 6857 h 77079"/>
                  <a:gd name="connsiteX3" fmla="*/ 60063 w 64317"/>
                  <a:gd name="connsiteY3" fmla="*/ 19619 h 77079"/>
                  <a:gd name="connsiteX4" fmla="*/ 60063 w 64317"/>
                  <a:gd name="connsiteY4" fmla="*/ 19809 h 77079"/>
                  <a:gd name="connsiteX5" fmla="*/ 49016 w 64317"/>
                  <a:gd name="connsiteY5" fmla="*/ 37015 h 77079"/>
                  <a:gd name="connsiteX6" fmla="*/ 64317 w 64317"/>
                  <a:gd name="connsiteY6" fmla="*/ 55746 h 77079"/>
                  <a:gd name="connsiteX7" fmla="*/ 64317 w 64317"/>
                  <a:gd name="connsiteY7" fmla="*/ 55936 h 77079"/>
                  <a:gd name="connsiteX8" fmla="*/ 35746 w 64317"/>
                  <a:gd name="connsiteY8" fmla="*/ 77079 h 77079"/>
                  <a:gd name="connsiteX9" fmla="*/ 0 w 64317"/>
                  <a:gd name="connsiteY9" fmla="*/ 77079 h 77079"/>
                  <a:gd name="connsiteX10" fmla="*/ 0 w 64317"/>
                  <a:gd name="connsiteY10" fmla="*/ 0 h 77079"/>
                  <a:gd name="connsiteX11" fmla="*/ 46476 w 64317"/>
                  <a:gd name="connsiteY11" fmla="*/ 21841 h 77079"/>
                  <a:gd name="connsiteX12" fmla="*/ 32889 w 64317"/>
                  <a:gd name="connsiteY12" fmla="*/ 12000 h 77079"/>
                  <a:gd name="connsiteX13" fmla="*/ 13397 w 64317"/>
                  <a:gd name="connsiteY13" fmla="*/ 12000 h 77079"/>
                  <a:gd name="connsiteX14" fmla="*/ 13397 w 64317"/>
                  <a:gd name="connsiteY14" fmla="*/ 32508 h 77079"/>
                  <a:gd name="connsiteX15" fmla="*/ 31936 w 64317"/>
                  <a:gd name="connsiteY15" fmla="*/ 32508 h 77079"/>
                  <a:gd name="connsiteX16" fmla="*/ 46476 w 64317"/>
                  <a:gd name="connsiteY16" fmla="*/ 22031 h 77079"/>
                  <a:gd name="connsiteX17" fmla="*/ 46476 w 64317"/>
                  <a:gd name="connsiteY17" fmla="*/ 21841 h 77079"/>
                  <a:gd name="connsiteX18" fmla="*/ 34920 w 64317"/>
                  <a:gd name="connsiteY18" fmla="*/ 43999 h 77079"/>
                  <a:gd name="connsiteX19" fmla="*/ 13397 w 64317"/>
                  <a:gd name="connsiteY19" fmla="*/ 43999 h 77079"/>
                  <a:gd name="connsiteX20" fmla="*/ 13397 w 64317"/>
                  <a:gd name="connsiteY20" fmla="*/ 65143 h 77079"/>
                  <a:gd name="connsiteX21" fmla="*/ 35873 w 64317"/>
                  <a:gd name="connsiteY21" fmla="*/ 65143 h 77079"/>
                  <a:gd name="connsiteX22" fmla="*/ 50730 w 64317"/>
                  <a:gd name="connsiteY22" fmla="*/ 54539 h 77079"/>
                  <a:gd name="connsiteX23" fmla="*/ 50730 w 64317"/>
                  <a:gd name="connsiteY23" fmla="*/ 54349 h 77079"/>
                  <a:gd name="connsiteX24" fmla="*/ 34920 w 64317"/>
                  <a:gd name="connsiteY24" fmla="*/ 43999 h 77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4317" h="77079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2502CCC-DB03-C01E-2299-92CA9168461F}"/>
                  </a:ext>
                </a:extLst>
              </p:cNvPr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>
                  <a:gd name="connsiteX0" fmla="*/ 0 w 34095"/>
                  <a:gd name="connsiteY0" fmla="*/ 1103 h 59325"/>
                  <a:gd name="connsiteX1" fmla="*/ 13460 w 34095"/>
                  <a:gd name="connsiteY1" fmla="*/ 1103 h 59325"/>
                  <a:gd name="connsiteX2" fmla="*/ 13460 w 34095"/>
                  <a:gd name="connsiteY2" fmla="*/ 14245 h 59325"/>
                  <a:gd name="connsiteX3" fmla="*/ 34095 w 34095"/>
                  <a:gd name="connsiteY3" fmla="*/ 23 h 59325"/>
                  <a:gd name="connsiteX4" fmla="*/ 34095 w 34095"/>
                  <a:gd name="connsiteY4" fmla="*/ 14119 h 59325"/>
                  <a:gd name="connsiteX5" fmla="*/ 33333 w 34095"/>
                  <a:gd name="connsiteY5" fmla="*/ 14119 h 59325"/>
                  <a:gd name="connsiteX6" fmla="*/ 13460 w 34095"/>
                  <a:gd name="connsiteY6" fmla="*/ 37167 h 59325"/>
                  <a:gd name="connsiteX7" fmla="*/ 13460 w 34095"/>
                  <a:gd name="connsiteY7" fmla="*/ 59325 h 59325"/>
                  <a:gd name="connsiteX8" fmla="*/ 0 w 34095"/>
                  <a:gd name="connsiteY8" fmla="*/ 59325 h 59325"/>
                  <a:gd name="connsiteX9" fmla="*/ 0 w 34095"/>
                  <a:gd name="connsiteY9" fmla="*/ 1103 h 5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095" h="59325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6A128EB-98F4-7BC5-3A7C-1938363F3CAF}"/>
                  </a:ext>
                </a:extLst>
              </p:cNvPr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0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2677180F-AD7B-87CD-0633-18DC1BE313BF}"/>
                  </a:ext>
                </a:extLst>
              </p:cNvPr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>
                  <a:gd name="connsiteX0" fmla="*/ 0 w 52698"/>
                  <a:gd name="connsiteY0" fmla="*/ 42286 h 60190"/>
                  <a:gd name="connsiteX1" fmla="*/ 0 w 52698"/>
                  <a:gd name="connsiteY1" fmla="*/ 42095 h 60190"/>
                  <a:gd name="connsiteX2" fmla="*/ 24127 w 52698"/>
                  <a:gd name="connsiteY2" fmla="*/ 23365 h 60190"/>
                  <a:gd name="connsiteX3" fmla="*/ 39809 w 52698"/>
                  <a:gd name="connsiteY3" fmla="*/ 25778 h 60190"/>
                  <a:gd name="connsiteX4" fmla="*/ 39809 w 52698"/>
                  <a:gd name="connsiteY4" fmla="*/ 24317 h 60190"/>
                  <a:gd name="connsiteX5" fmla="*/ 25333 w 52698"/>
                  <a:gd name="connsiteY5" fmla="*/ 11619 h 60190"/>
                  <a:gd name="connsiteX6" fmla="*/ 8698 w 52698"/>
                  <a:gd name="connsiteY6" fmla="*/ 15238 h 60190"/>
                  <a:gd name="connsiteX7" fmla="*/ 5079 w 52698"/>
                  <a:gd name="connsiteY7" fmla="*/ 4762 h 60190"/>
                  <a:gd name="connsiteX8" fmla="*/ 27111 w 52698"/>
                  <a:gd name="connsiteY8" fmla="*/ 0 h 60190"/>
                  <a:gd name="connsiteX9" fmla="*/ 46412 w 52698"/>
                  <a:gd name="connsiteY9" fmla="*/ 6476 h 60190"/>
                  <a:gd name="connsiteX10" fmla="*/ 52698 w 52698"/>
                  <a:gd name="connsiteY10" fmla="*/ 24444 h 60190"/>
                  <a:gd name="connsiteX11" fmla="*/ 52698 w 52698"/>
                  <a:gd name="connsiteY11" fmla="*/ 58984 h 60190"/>
                  <a:gd name="connsiteX12" fmla="*/ 39682 w 52698"/>
                  <a:gd name="connsiteY12" fmla="*/ 58984 h 60190"/>
                  <a:gd name="connsiteX13" fmla="*/ 39682 w 52698"/>
                  <a:gd name="connsiteY13" fmla="*/ 51682 h 60190"/>
                  <a:gd name="connsiteX14" fmla="*/ 20698 w 52698"/>
                  <a:gd name="connsiteY14" fmla="*/ 60190 h 60190"/>
                  <a:gd name="connsiteX15" fmla="*/ 0 w 52698"/>
                  <a:gd name="connsiteY15" fmla="*/ 42286 h 60190"/>
                  <a:gd name="connsiteX16" fmla="*/ 40000 w 52698"/>
                  <a:gd name="connsiteY16" fmla="*/ 38095 h 60190"/>
                  <a:gd name="connsiteX17" fmla="*/ 40000 w 52698"/>
                  <a:gd name="connsiteY17" fmla="*/ 34095 h 60190"/>
                  <a:gd name="connsiteX18" fmla="*/ 26794 w 52698"/>
                  <a:gd name="connsiteY18" fmla="*/ 31809 h 60190"/>
                  <a:gd name="connsiteX19" fmla="*/ 13143 w 52698"/>
                  <a:gd name="connsiteY19" fmla="*/ 41524 h 60190"/>
                  <a:gd name="connsiteX20" fmla="*/ 13143 w 52698"/>
                  <a:gd name="connsiteY20" fmla="*/ 41714 h 60190"/>
                  <a:gd name="connsiteX21" fmla="*/ 24508 w 52698"/>
                  <a:gd name="connsiteY21" fmla="*/ 50539 h 60190"/>
                  <a:gd name="connsiteX22" fmla="*/ 40000 w 52698"/>
                  <a:gd name="connsiteY22" fmla="*/ 38095 h 6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2698" h="6019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11FB90A8-4445-04B0-1766-E758C4EED92E}"/>
                  </a:ext>
                </a:extLst>
              </p:cNvPr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>
                  <a:gd name="connsiteX0" fmla="*/ 0 w 60253"/>
                  <a:gd name="connsiteY0" fmla="*/ 51492 h 81713"/>
                  <a:gd name="connsiteX1" fmla="*/ 0 w 60253"/>
                  <a:gd name="connsiteY1" fmla="*/ 51301 h 81713"/>
                  <a:gd name="connsiteX2" fmla="*/ 27047 w 60253"/>
                  <a:gd name="connsiteY2" fmla="*/ 21080 h 81713"/>
                  <a:gd name="connsiteX3" fmla="*/ 46920 w 60253"/>
                  <a:gd name="connsiteY3" fmla="*/ 31302 h 81713"/>
                  <a:gd name="connsiteX4" fmla="*/ 46920 w 60253"/>
                  <a:gd name="connsiteY4" fmla="*/ 0 h 81713"/>
                  <a:gd name="connsiteX5" fmla="*/ 60254 w 60253"/>
                  <a:gd name="connsiteY5" fmla="*/ 0 h 81713"/>
                  <a:gd name="connsiteX6" fmla="*/ 60254 w 60253"/>
                  <a:gd name="connsiteY6" fmla="*/ 80508 h 81713"/>
                  <a:gd name="connsiteX7" fmla="*/ 46920 w 60253"/>
                  <a:gd name="connsiteY7" fmla="*/ 80508 h 81713"/>
                  <a:gd name="connsiteX8" fmla="*/ 46920 w 60253"/>
                  <a:gd name="connsiteY8" fmla="*/ 70793 h 81713"/>
                  <a:gd name="connsiteX9" fmla="*/ 27047 w 60253"/>
                  <a:gd name="connsiteY9" fmla="*/ 81714 h 81713"/>
                  <a:gd name="connsiteX10" fmla="*/ 0 w 60253"/>
                  <a:gd name="connsiteY10" fmla="*/ 51492 h 81713"/>
                  <a:gd name="connsiteX11" fmla="*/ 47111 w 60253"/>
                  <a:gd name="connsiteY11" fmla="*/ 51492 h 81713"/>
                  <a:gd name="connsiteX12" fmla="*/ 47111 w 60253"/>
                  <a:gd name="connsiteY12" fmla="*/ 51301 h 81713"/>
                  <a:gd name="connsiteX13" fmla="*/ 30222 w 60253"/>
                  <a:gd name="connsiteY13" fmla="*/ 32635 h 81713"/>
                  <a:gd name="connsiteX14" fmla="*/ 13460 w 60253"/>
                  <a:gd name="connsiteY14" fmla="*/ 51301 h 81713"/>
                  <a:gd name="connsiteX15" fmla="*/ 13460 w 60253"/>
                  <a:gd name="connsiteY15" fmla="*/ 51492 h 81713"/>
                  <a:gd name="connsiteX16" fmla="*/ 30222 w 60253"/>
                  <a:gd name="connsiteY16" fmla="*/ 70159 h 81713"/>
                  <a:gd name="connsiteX17" fmla="*/ 47111 w 60253"/>
                  <a:gd name="connsiteY17" fmla="*/ 51492 h 8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0253" h="81713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DE758F9E-2750-6183-E9D2-FF433D17AAD5}"/>
                  </a:ext>
                </a:extLst>
              </p:cNvPr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>
                  <a:gd name="connsiteX0" fmla="*/ 0 w 53904"/>
                  <a:gd name="connsiteY0" fmla="*/ 30603 h 60762"/>
                  <a:gd name="connsiteX1" fmla="*/ 0 w 53904"/>
                  <a:gd name="connsiteY1" fmla="*/ 30413 h 60762"/>
                  <a:gd name="connsiteX2" fmla="*/ 30349 w 53904"/>
                  <a:gd name="connsiteY2" fmla="*/ 0 h 60762"/>
                  <a:gd name="connsiteX3" fmla="*/ 53587 w 53904"/>
                  <a:gd name="connsiteY3" fmla="*/ 10032 h 60762"/>
                  <a:gd name="connsiteX4" fmla="*/ 45206 w 53904"/>
                  <a:gd name="connsiteY4" fmla="*/ 18985 h 60762"/>
                  <a:gd name="connsiteX5" fmla="*/ 30222 w 53904"/>
                  <a:gd name="connsiteY5" fmla="*/ 11683 h 60762"/>
                  <a:gd name="connsiteX6" fmla="*/ 13333 w 53904"/>
                  <a:gd name="connsiteY6" fmla="*/ 30222 h 60762"/>
                  <a:gd name="connsiteX7" fmla="*/ 13333 w 53904"/>
                  <a:gd name="connsiteY7" fmla="*/ 30413 h 60762"/>
                  <a:gd name="connsiteX8" fmla="*/ 30730 w 53904"/>
                  <a:gd name="connsiteY8" fmla="*/ 49080 h 60762"/>
                  <a:gd name="connsiteX9" fmla="*/ 45841 w 53904"/>
                  <a:gd name="connsiteY9" fmla="*/ 41905 h 60762"/>
                  <a:gd name="connsiteX10" fmla="*/ 53905 w 53904"/>
                  <a:gd name="connsiteY10" fmla="*/ 49842 h 60762"/>
                  <a:gd name="connsiteX11" fmla="*/ 30095 w 53904"/>
                  <a:gd name="connsiteY11" fmla="*/ 60762 h 60762"/>
                  <a:gd name="connsiteX12" fmla="*/ 0 w 53904"/>
                  <a:gd name="connsiteY12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90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4B84BC6-1055-8C5E-535B-75A833A87996}"/>
                  </a:ext>
                </a:extLst>
              </p:cNvPr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>
                  <a:gd name="connsiteX0" fmla="*/ 0 w 62094"/>
                  <a:gd name="connsiteY0" fmla="*/ 30603 h 60762"/>
                  <a:gd name="connsiteX1" fmla="*/ 0 w 62094"/>
                  <a:gd name="connsiteY1" fmla="*/ 30413 h 60762"/>
                  <a:gd name="connsiteX2" fmla="*/ 31111 w 62094"/>
                  <a:gd name="connsiteY2" fmla="*/ 0 h 60762"/>
                  <a:gd name="connsiteX3" fmla="*/ 62095 w 62094"/>
                  <a:gd name="connsiteY3" fmla="*/ 30222 h 60762"/>
                  <a:gd name="connsiteX4" fmla="*/ 62095 w 62094"/>
                  <a:gd name="connsiteY4" fmla="*/ 30413 h 60762"/>
                  <a:gd name="connsiteX5" fmla="*/ 30857 w 62094"/>
                  <a:gd name="connsiteY5" fmla="*/ 60762 h 60762"/>
                  <a:gd name="connsiteX6" fmla="*/ 0 w 62094"/>
                  <a:gd name="connsiteY6" fmla="*/ 30603 h 60762"/>
                  <a:gd name="connsiteX7" fmla="*/ 48762 w 62094"/>
                  <a:gd name="connsiteY7" fmla="*/ 30603 h 60762"/>
                  <a:gd name="connsiteX8" fmla="*/ 48762 w 62094"/>
                  <a:gd name="connsiteY8" fmla="*/ 30413 h 60762"/>
                  <a:gd name="connsiteX9" fmla="*/ 30921 w 62094"/>
                  <a:gd name="connsiteY9" fmla="*/ 11683 h 60762"/>
                  <a:gd name="connsiteX10" fmla="*/ 13397 w 62094"/>
                  <a:gd name="connsiteY10" fmla="*/ 30222 h 60762"/>
                  <a:gd name="connsiteX11" fmla="*/ 13397 w 62094"/>
                  <a:gd name="connsiteY11" fmla="*/ 30413 h 60762"/>
                  <a:gd name="connsiteX12" fmla="*/ 31174 w 62094"/>
                  <a:gd name="connsiteY12" fmla="*/ 49080 h 60762"/>
                  <a:gd name="connsiteX13" fmla="*/ 48762 w 62094"/>
                  <a:gd name="connsiteY13" fmla="*/ 30603 h 6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094" h="60762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CFE27250-866A-DEF8-25F4-955344428C45}"/>
                  </a:ext>
                </a:extLst>
              </p:cNvPr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>
                  <a:gd name="connsiteX0" fmla="*/ 0 w 88634"/>
                  <a:gd name="connsiteY0" fmla="*/ 1206 h 59554"/>
                  <a:gd name="connsiteX1" fmla="*/ 13460 w 88634"/>
                  <a:gd name="connsiteY1" fmla="*/ 1206 h 59554"/>
                  <a:gd name="connsiteX2" fmla="*/ 13460 w 88634"/>
                  <a:gd name="connsiteY2" fmla="*/ 10031 h 59554"/>
                  <a:gd name="connsiteX3" fmla="*/ 31238 w 88634"/>
                  <a:gd name="connsiteY3" fmla="*/ 0 h 59554"/>
                  <a:gd name="connsiteX4" fmla="*/ 48635 w 88634"/>
                  <a:gd name="connsiteY4" fmla="*/ 10222 h 59554"/>
                  <a:gd name="connsiteX5" fmla="*/ 68254 w 88634"/>
                  <a:gd name="connsiteY5" fmla="*/ 0 h 59554"/>
                  <a:gd name="connsiteX6" fmla="*/ 88634 w 88634"/>
                  <a:gd name="connsiteY6" fmla="*/ 22285 h 59554"/>
                  <a:gd name="connsiteX7" fmla="*/ 88634 w 88634"/>
                  <a:gd name="connsiteY7" fmla="*/ 59428 h 59554"/>
                  <a:gd name="connsiteX8" fmla="*/ 75301 w 88634"/>
                  <a:gd name="connsiteY8" fmla="*/ 59428 h 59554"/>
                  <a:gd name="connsiteX9" fmla="*/ 75301 w 88634"/>
                  <a:gd name="connsiteY9" fmla="*/ 26348 h 59554"/>
                  <a:gd name="connsiteX10" fmla="*/ 63492 w 88634"/>
                  <a:gd name="connsiteY10" fmla="*/ 12126 h 59554"/>
                  <a:gd name="connsiteX11" fmla="*/ 51047 w 88634"/>
                  <a:gd name="connsiteY11" fmla="*/ 26603 h 59554"/>
                  <a:gd name="connsiteX12" fmla="*/ 51047 w 88634"/>
                  <a:gd name="connsiteY12" fmla="*/ 59492 h 59554"/>
                  <a:gd name="connsiteX13" fmla="*/ 37714 w 88634"/>
                  <a:gd name="connsiteY13" fmla="*/ 59492 h 59554"/>
                  <a:gd name="connsiteX14" fmla="*/ 37714 w 88634"/>
                  <a:gd name="connsiteY14" fmla="*/ 26285 h 59554"/>
                  <a:gd name="connsiteX15" fmla="*/ 25905 w 88634"/>
                  <a:gd name="connsiteY15" fmla="*/ 12190 h 59554"/>
                  <a:gd name="connsiteX16" fmla="*/ 13460 w 88634"/>
                  <a:gd name="connsiteY16" fmla="*/ 26666 h 59554"/>
                  <a:gd name="connsiteX17" fmla="*/ 13460 w 88634"/>
                  <a:gd name="connsiteY17" fmla="*/ 59555 h 59554"/>
                  <a:gd name="connsiteX18" fmla="*/ 0 w 88634"/>
                  <a:gd name="connsiteY18" fmla="*/ 59555 h 59554"/>
                  <a:gd name="connsiteX19" fmla="*/ 0 w 88634"/>
                  <a:gd name="connsiteY19" fmla="*/ 1206 h 59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8634" h="59554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60" name="Graphic 8">
              <a:extLst>
                <a:ext uri="{FF2B5EF4-FFF2-40B4-BE49-F238E27FC236}">
                  <a16:creationId xmlns:a16="http://schemas.microsoft.com/office/drawing/2014/main" id="{105759BC-89FC-99DA-EED4-D1E8B30B32A4}"/>
                </a:ext>
              </a:extLst>
            </p:cNvPr>
            <p:cNvGrpSpPr/>
            <p:nvPr/>
          </p:nvGrpSpPr>
          <p:grpSpPr>
            <a:xfrm>
              <a:off x="265625" y="6323271"/>
              <a:ext cx="1249223" cy="190348"/>
              <a:chOff x="265625" y="6323271"/>
              <a:chExt cx="1249223" cy="190348"/>
            </a:xfrm>
            <a:solidFill>
              <a:srgbClr val="000000"/>
            </a:solidFill>
          </p:grpSpPr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512BB0ED-CA6C-C9CB-ACAD-1C325B732747}"/>
                  </a:ext>
                </a:extLst>
              </p:cNvPr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>
                  <a:gd name="connsiteX0" fmla="*/ 250919 w 264126"/>
                  <a:gd name="connsiteY0" fmla="*/ 0 h 184633"/>
                  <a:gd name="connsiteX1" fmla="*/ 238031 w 264126"/>
                  <a:gd name="connsiteY1" fmla="*/ 10476 h 184633"/>
                  <a:gd name="connsiteX2" fmla="*/ 191999 w 264126"/>
                  <a:gd name="connsiteY2" fmla="*/ 142412 h 184633"/>
                  <a:gd name="connsiteX3" fmla="*/ 146729 w 264126"/>
                  <a:gd name="connsiteY3" fmla="*/ 10857 h 184633"/>
                  <a:gd name="connsiteX4" fmla="*/ 132761 w 264126"/>
                  <a:gd name="connsiteY4" fmla="*/ 64 h 184633"/>
                  <a:gd name="connsiteX5" fmla="*/ 131364 w 264126"/>
                  <a:gd name="connsiteY5" fmla="*/ 64 h 184633"/>
                  <a:gd name="connsiteX6" fmla="*/ 118158 w 264126"/>
                  <a:gd name="connsiteY6" fmla="*/ 10857 h 184633"/>
                  <a:gd name="connsiteX7" fmla="*/ 72508 w 264126"/>
                  <a:gd name="connsiteY7" fmla="*/ 142412 h 184633"/>
                  <a:gd name="connsiteX8" fmla="*/ 27174 w 264126"/>
                  <a:gd name="connsiteY8" fmla="*/ 11175 h 184633"/>
                  <a:gd name="connsiteX9" fmla="*/ 13587 w 264126"/>
                  <a:gd name="connsiteY9" fmla="*/ 0 h 184633"/>
                  <a:gd name="connsiteX10" fmla="*/ 0 w 264126"/>
                  <a:gd name="connsiteY10" fmla="*/ 12889 h 184633"/>
                  <a:gd name="connsiteX11" fmla="*/ 1714 w 264126"/>
                  <a:gd name="connsiteY11" fmla="*/ 20190 h 184633"/>
                  <a:gd name="connsiteX12" fmla="*/ 56444 w 264126"/>
                  <a:gd name="connsiteY12" fmla="*/ 172507 h 184633"/>
                  <a:gd name="connsiteX13" fmla="*/ 71428 w 264126"/>
                  <a:gd name="connsiteY13" fmla="*/ 184634 h 184633"/>
                  <a:gd name="connsiteX14" fmla="*/ 72127 w 264126"/>
                  <a:gd name="connsiteY14" fmla="*/ 184634 h 184633"/>
                  <a:gd name="connsiteX15" fmla="*/ 86730 w 264126"/>
                  <a:gd name="connsiteY15" fmla="*/ 172507 h 184633"/>
                  <a:gd name="connsiteX16" fmla="*/ 132063 w 264126"/>
                  <a:gd name="connsiteY16" fmla="*/ 43111 h 184633"/>
                  <a:gd name="connsiteX17" fmla="*/ 176952 w 264126"/>
                  <a:gd name="connsiteY17" fmla="*/ 172507 h 184633"/>
                  <a:gd name="connsiteX18" fmla="*/ 191618 w 264126"/>
                  <a:gd name="connsiteY18" fmla="*/ 184634 h 184633"/>
                  <a:gd name="connsiteX19" fmla="*/ 192697 w 264126"/>
                  <a:gd name="connsiteY19" fmla="*/ 184634 h 184633"/>
                  <a:gd name="connsiteX20" fmla="*/ 207364 w 264126"/>
                  <a:gd name="connsiteY20" fmla="*/ 172507 h 184633"/>
                  <a:gd name="connsiteX21" fmla="*/ 262411 w 264126"/>
                  <a:gd name="connsiteY21" fmla="*/ 19873 h 184633"/>
                  <a:gd name="connsiteX22" fmla="*/ 264126 w 264126"/>
                  <a:gd name="connsiteY22" fmla="*/ 12508 h 184633"/>
                  <a:gd name="connsiteX23" fmla="*/ 250919 w 264126"/>
                  <a:gd name="connsiteY23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64126" h="184633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C8889F5C-7017-F0AD-A292-0E3EA56F8524}"/>
                  </a:ext>
                </a:extLst>
              </p:cNvPr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>
                  <a:gd name="connsiteX0" fmla="*/ 89015 w 102285"/>
                  <a:gd name="connsiteY0" fmla="*/ 317 h 184697"/>
                  <a:gd name="connsiteX1" fmla="*/ 26857 w 102285"/>
                  <a:gd name="connsiteY1" fmla="*/ 44507 h 184697"/>
                  <a:gd name="connsiteX2" fmla="*/ 26857 w 102285"/>
                  <a:gd name="connsiteY2" fmla="*/ 13587 h 184697"/>
                  <a:gd name="connsiteX3" fmla="*/ 13206 w 102285"/>
                  <a:gd name="connsiteY3" fmla="*/ 0 h 184697"/>
                  <a:gd name="connsiteX4" fmla="*/ 0 w 102285"/>
                  <a:gd name="connsiteY4" fmla="*/ 13587 h 184697"/>
                  <a:gd name="connsiteX5" fmla="*/ 0 w 102285"/>
                  <a:gd name="connsiteY5" fmla="*/ 171110 h 184697"/>
                  <a:gd name="connsiteX6" fmla="*/ 13587 w 102285"/>
                  <a:gd name="connsiteY6" fmla="*/ 184698 h 184697"/>
                  <a:gd name="connsiteX7" fmla="*/ 26857 w 102285"/>
                  <a:gd name="connsiteY7" fmla="*/ 171110 h 184697"/>
                  <a:gd name="connsiteX8" fmla="*/ 26857 w 102285"/>
                  <a:gd name="connsiteY8" fmla="*/ 109904 h 184697"/>
                  <a:gd name="connsiteX9" fmla="*/ 90412 w 102285"/>
                  <a:gd name="connsiteY9" fmla="*/ 27492 h 184697"/>
                  <a:gd name="connsiteX10" fmla="*/ 102285 w 102285"/>
                  <a:gd name="connsiteY10" fmla="*/ 13841 h 184697"/>
                  <a:gd name="connsiteX11" fmla="*/ 89015 w 102285"/>
                  <a:gd name="connsiteY11" fmla="*/ 317 h 184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2285" h="184697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47F206F2-6C2D-0598-8600-BCAF57BB1FEF}"/>
                  </a:ext>
                </a:extLst>
              </p:cNvPr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>
                  <a:gd name="connsiteX0" fmla="*/ 84825 w 166856"/>
                  <a:gd name="connsiteY0" fmla="*/ 0 h 186538"/>
                  <a:gd name="connsiteX1" fmla="*/ 0 w 166856"/>
                  <a:gd name="connsiteY1" fmla="*/ 92888 h 186538"/>
                  <a:gd name="connsiteX2" fmla="*/ 0 w 166856"/>
                  <a:gd name="connsiteY2" fmla="*/ 93587 h 186538"/>
                  <a:gd name="connsiteX3" fmla="*/ 88254 w 166856"/>
                  <a:gd name="connsiteY3" fmla="*/ 186538 h 186538"/>
                  <a:gd name="connsiteX4" fmla="*/ 154920 w 166856"/>
                  <a:gd name="connsiteY4" fmla="*/ 159618 h 186538"/>
                  <a:gd name="connsiteX5" fmla="*/ 159047 w 166856"/>
                  <a:gd name="connsiteY5" fmla="*/ 151047 h 186538"/>
                  <a:gd name="connsiteX6" fmla="*/ 147428 w 166856"/>
                  <a:gd name="connsiteY6" fmla="*/ 139618 h 186538"/>
                  <a:gd name="connsiteX7" fmla="*/ 139872 w 166856"/>
                  <a:gd name="connsiteY7" fmla="*/ 142666 h 186538"/>
                  <a:gd name="connsiteX8" fmla="*/ 88888 w 166856"/>
                  <a:gd name="connsiteY8" fmla="*/ 163364 h 186538"/>
                  <a:gd name="connsiteX9" fmla="*/ 26667 w 166856"/>
                  <a:gd name="connsiteY9" fmla="*/ 102920 h 186538"/>
                  <a:gd name="connsiteX10" fmla="*/ 154539 w 166856"/>
                  <a:gd name="connsiteY10" fmla="*/ 102920 h 186538"/>
                  <a:gd name="connsiteX11" fmla="*/ 166856 w 166856"/>
                  <a:gd name="connsiteY11" fmla="*/ 90476 h 186538"/>
                  <a:gd name="connsiteX12" fmla="*/ 84825 w 166856"/>
                  <a:gd name="connsiteY12" fmla="*/ 0 h 186538"/>
                  <a:gd name="connsiteX13" fmla="*/ 26667 w 166856"/>
                  <a:gd name="connsiteY13" fmla="*/ 83238 h 186538"/>
                  <a:gd name="connsiteX14" fmla="*/ 84127 w 166856"/>
                  <a:gd name="connsiteY14" fmla="*/ 22476 h 186538"/>
                  <a:gd name="connsiteX15" fmla="*/ 140571 w 166856"/>
                  <a:gd name="connsiteY15" fmla="*/ 83238 h 186538"/>
                  <a:gd name="connsiteX16" fmla="*/ 26667 w 166856"/>
                  <a:gd name="connsiteY16" fmla="*/ 83238 h 186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6856" h="186538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9925AE1-2698-ECBF-CB8C-C2FA61B19484}"/>
                  </a:ext>
                </a:extLst>
              </p:cNvPr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>
                  <a:gd name="connsiteX0" fmla="*/ 81460 w 157967"/>
                  <a:gd name="connsiteY0" fmla="*/ 0 h 186157"/>
                  <a:gd name="connsiteX1" fmla="*/ 27428 w 157967"/>
                  <a:gd name="connsiteY1" fmla="*/ 10222 h 186157"/>
                  <a:gd name="connsiteX2" fmla="*/ 20063 w 157967"/>
                  <a:gd name="connsiteY2" fmla="*/ 21397 h 186157"/>
                  <a:gd name="connsiteX3" fmla="*/ 31936 w 157967"/>
                  <a:gd name="connsiteY3" fmla="*/ 32889 h 186157"/>
                  <a:gd name="connsiteX4" fmla="*/ 36762 w 157967"/>
                  <a:gd name="connsiteY4" fmla="*/ 31809 h 186157"/>
                  <a:gd name="connsiteX5" fmla="*/ 78666 w 157967"/>
                  <a:gd name="connsiteY5" fmla="*/ 23619 h 186157"/>
                  <a:gd name="connsiteX6" fmla="*/ 132253 w 157967"/>
                  <a:gd name="connsiteY6" fmla="*/ 72698 h 186157"/>
                  <a:gd name="connsiteX7" fmla="*/ 132253 w 157967"/>
                  <a:gd name="connsiteY7" fmla="*/ 78984 h 186157"/>
                  <a:gd name="connsiteX8" fmla="*/ 76889 w 157967"/>
                  <a:gd name="connsiteY8" fmla="*/ 71301 h 186157"/>
                  <a:gd name="connsiteX9" fmla="*/ 0 w 157967"/>
                  <a:gd name="connsiteY9" fmla="*/ 129460 h 186157"/>
                  <a:gd name="connsiteX10" fmla="*/ 0 w 157967"/>
                  <a:gd name="connsiteY10" fmla="*/ 130158 h 186157"/>
                  <a:gd name="connsiteX11" fmla="*/ 67174 w 157967"/>
                  <a:gd name="connsiteY11" fmla="*/ 186157 h 186157"/>
                  <a:gd name="connsiteX12" fmla="*/ 132253 w 157967"/>
                  <a:gd name="connsiteY12" fmla="*/ 155174 h 186157"/>
                  <a:gd name="connsiteX13" fmla="*/ 132253 w 157967"/>
                  <a:gd name="connsiteY13" fmla="*/ 172380 h 186157"/>
                  <a:gd name="connsiteX14" fmla="*/ 145079 w 157967"/>
                  <a:gd name="connsiteY14" fmla="*/ 184951 h 186157"/>
                  <a:gd name="connsiteX15" fmla="*/ 157967 w 157967"/>
                  <a:gd name="connsiteY15" fmla="*/ 171745 h 186157"/>
                  <a:gd name="connsiteX16" fmla="*/ 157967 w 157967"/>
                  <a:gd name="connsiteY16" fmla="*/ 72444 h 186157"/>
                  <a:gd name="connsiteX17" fmla="*/ 139491 w 157967"/>
                  <a:gd name="connsiteY17" fmla="*/ 19936 h 186157"/>
                  <a:gd name="connsiteX18" fmla="*/ 81460 w 157967"/>
                  <a:gd name="connsiteY18" fmla="*/ 0 h 186157"/>
                  <a:gd name="connsiteX19" fmla="*/ 132634 w 157967"/>
                  <a:gd name="connsiteY19" fmla="*/ 116253 h 186157"/>
                  <a:gd name="connsiteX20" fmla="*/ 72444 w 157967"/>
                  <a:gd name="connsiteY20" fmla="*/ 164951 h 186157"/>
                  <a:gd name="connsiteX21" fmla="*/ 27174 w 157967"/>
                  <a:gd name="connsiteY21" fmla="*/ 129142 h 186157"/>
                  <a:gd name="connsiteX22" fmla="*/ 27174 w 157967"/>
                  <a:gd name="connsiteY22" fmla="*/ 128444 h 186157"/>
                  <a:gd name="connsiteX23" fmla="*/ 79682 w 157967"/>
                  <a:gd name="connsiteY23" fmla="*/ 91174 h 186157"/>
                  <a:gd name="connsiteX24" fmla="*/ 132571 w 157967"/>
                  <a:gd name="connsiteY24" fmla="*/ 98857 h 186157"/>
                  <a:gd name="connsiteX25" fmla="*/ 132571 w 157967"/>
                  <a:gd name="connsiteY25" fmla="*/ 116253 h 186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7967" h="186157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218BC9EB-B196-3184-73E5-DDF213272F29}"/>
                  </a:ext>
                </a:extLst>
              </p:cNvPr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>
                  <a:gd name="connsiteX0" fmla="*/ 404466 w 468782"/>
                  <a:gd name="connsiteY0" fmla="*/ 0 h 190348"/>
                  <a:gd name="connsiteX1" fmla="*/ 347386 w 468782"/>
                  <a:gd name="connsiteY1" fmla="*/ 24317 h 190348"/>
                  <a:gd name="connsiteX2" fmla="*/ 292339 w 468782"/>
                  <a:gd name="connsiteY2" fmla="*/ 63 h 190348"/>
                  <a:gd name="connsiteX3" fmla="*/ 238435 w 468782"/>
                  <a:gd name="connsiteY3" fmla="*/ 24317 h 190348"/>
                  <a:gd name="connsiteX4" fmla="*/ 190371 w 468782"/>
                  <a:gd name="connsiteY4" fmla="*/ 63 h 190348"/>
                  <a:gd name="connsiteX5" fmla="*/ 132340 w 468782"/>
                  <a:gd name="connsiteY5" fmla="*/ 39492 h 190348"/>
                  <a:gd name="connsiteX6" fmla="*/ 95896 w 468782"/>
                  <a:gd name="connsiteY6" fmla="*/ 125459 h 190348"/>
                  <a:gd name="connsiteX7" fmla="*/ 49102 w 468782"/>
                  <a:gd name="connsiteY7" fmla="*/ 15174 h 190348"/>
                  <a:gd name="connsiteX8" fmla="*/ 15071 w 468782"/>
                  <a:gd name="connsiteY8" fmla="*/ 2476 h 190348"/>
                  <a:gd name="connsiteX9" fmla="*/ 2563 w 468782"/>
                  <a:gd name="connsiteY9" fmla="*/ 36571 h 190348"/>
                  <a:gd name="connsiteX10" fmla="*/ 59705 w 468782"/>
                  <a:gd name="connsiteY10" fmla="*/ 160698 h 190348"/>
                  <a:gd name="connsiteX11" fmla="*/ 95896 w 468782"/>
                  <a:gd name="connsiteY11" fmla="*/ 190348 h 190348"/>
                  <a:gd name="connsiteX12" fmla="*/ 132086 w 468782"/>
                  <a:gd name="connsiteY12" fmla="*/ 160698 h 190348"/>
                  <a:gd name="connsiteX13" fmla="*/ 182371 w 468782"/>
                  <a:gd name="connsiteY13" fmla="*/ 51111 h 190348"/>
                  <a:gd name="connsiteX14" fmla="*/ 189546 w 468782"/>
                  <a:gd name="connsiteY14" fmla="*/ 46476 h 190348"/>
                  <a:gd name="connsiteX15" fmla="*/ 197419 w 468782"/>
                  <a:gd name="connsiteY15" fmla="*/ 54476 h 190348"/>
                  <a:gd name="connsiteX16" fmla="*/ 197419 w 468782"/>
                  <a:gd name="connsiteY16" fmla="*/ 160570 h 190348"/>
                  <a:gd name="connsiteX17" fmla="*/ 223959 w 468782"/>
                  <a:gd name="connsiteY17" fmla="*/ 190285 h 190348"/>
                  <a:gd name="connsiteX18" fmla="*/ 250815 w 468782"/>
                  <a:gd name="connsiteY18" fmla="*/ 160570 h 190348"/>
                  <a:gd name="connsiteX19" fmla="*/ 250815 w 468782"/>
                  <a:gd name="connsiteY19" fmla="*/ 73777 h 190348"/>
                  <a:gd name="connsiteX20" fmla="*/ 279133 w 468782"/>
                  <a:gd name="connsiteY20" fmla="*/ 46158 h 190348"/>
                  <a:gd name="connsiteX21" fmla="*/ 306371 w 468782"/>
                  <a:gd name="connsiteY21" fmla="*/ 73777 h 190348"/>
                  <a:gd name="connsiteX22" fmla="*/ 306371 w 468782"/>
                  <a:gd name="connsiteY22" fmla="*/ 160570 h 190348"/>
                  <a:gd name="connsiteX23" fmla="*/ 332910 w 468782"/>
                  <a:gd name="connsiteY23" fmla="*/ 190285 h 190348"/>
                  <a:gd name="connsiteX24" fmla="*/ 359831 w 468782"/>
                  <a:gd name="connsiteY24" fmla="*/ 160570 h 190348"/>
                  <a:gd name="connsiteX25" fmla="*/ 359831 w 468782"/>
                  <a:gd name="connsiteY25" fmla="*/ 73777 h 190348"/>
                  <a:gd name="connsiteX26" fmla="*/ 388148 w 468782"/>
                  <a:gd name="connsiteY26" fmla="*/ 46158 h 190348"/>
                  <a:gd name="connsiteX27" fmla="*/ 415386 w 468782"/>
                  <a:gd name="connsiteY27" fmla="*/ 73777 h 190348"/>
                  <a:gd name="connsiteX28" fmla="*/ 415386 w 468782"/>
                  <a:gd name="connsiteY28" fmla="*/ 160570 h 190348"/>
                  <a:gd name="connsiteX29" fmla="*/ 441926 w 468782"/>
                  <a:gd name="connsiteY29" fmla="*/ 190285 h 190348"/>
                  <a:gd name="connsiteX30" fmla="*/ 468783 w 468782"/>
                  <a:gd name="connsiteY30" fmla="*/ 160570 h 190348"/>
                  <a:gd name="connsiteX31" fmla="*/ 468783 w 468782"/>
                  <a:gd name="connsiteY31" fmla="*/ 61777 h 190348"/>
                  <a:gd name="connsiteX32" fmla="*/ 404466 w 468782"/>
                  <a:gd name="connsiteY32" fmla="*/ 0 h 190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782" h="190348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B3E0CCF2-026F-7198-71FE-EEC15EFDC578}"/>
                  </a:ext>
                </a:extLst>
              </p:cNvPr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>
                  <a:gd name="connsiteX0" fmla="*/ 22222 w 44507"/>
                  <a:gd name="connsiteY0" fmla="*/ 0 h 44761"/>
                  <a:gd name="connsiteX1" fmla="*/ 0 w 44507"/>
                  <a:gd name="connsiteY1" fmla="*/ 22349 h 44761"/>
                  <a:gd name="connsiteX2" fmla="*/ 0 w 44507"/>
                  <a:gd name="connsiteY2" fmla="*/ 22476 h 44761"/>
                  <a:gd name="connsiteX3" fmla="*/ 22222 w 44507"/>
                  <a:gd name="connsiteY3" fmla="*/ 44762 h 44761"/>
                  <a:gd name="connsiteX4" fmla="*/ 44508 w 44507"/>
                  <a:gd name="connsiteY4" fmla="*/ 22349 h 44761"/>
                  <a:gd name="connsiteX5" fmla="*/ 44508 w 44507"/>
                  <a:gd name="connsiteY5" fmla="*/ 22222 h 44761"/>
                  <a:gd name="connsiteX6" fmla="*/ 22222 w 44507"/>
                  <a:gd name="connsiteY6" fmla="*/ 0 h 44761"/>
                  <a:gd name="connsiteX7" fmla="*/ 40190 w 44507"/>
                  <a:gd name="connsiteY7" fmla="*/ 22349 h 44761"/>
                  <a:gd name="connsiteX8" fmla="*/ 22222 w 44507"/>
                  <a:gd name="connsiteY8" fmla="*/ 40634 h 44761"/>
                  <a:gd name="connsiteX9" fmla="*/ 4190 w 44507"/>
                  <a:gd name="connsiteY9" fmla="*/ 22476 h 44761"/>
                  <a:gd name="connsiteX10" fmla="*/ 4190 w 44507"/>
                  <a:gd name="connsiteY10" fmla="*/ 22349 h 44761"/>
                  <a:gd name="connsiteX11" fmla="*/ 22222 w 44507"/>
                  <a:gd name="connsiteY11" fmla="*/ 4127 h 44761"/>
                  <a:gd name="connsiteX12" fmla="*/ 40190 w 44507"/>
                  <a:gd name="connsiteY12" fmla="*/ 22349 h 44761"/>
                  <a:gd name="connsiteX13" fmla="*/ 40190 w 44507"/>
                  <a:gd name="connsiteY13" fmla="*/ 22349 h 44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4507" h="44761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EF4B9FAC-CA66-86DF-4447-1C97FD11917C}"/>
                  </a:ext>
                </a:extLst>
              </p:cNvPr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>
                  <a:gd name="connsiteX0" fmla="*/ 9778 w 17968"/>
                  <a:gd name="connsiteY0" fmla="*/ 0 h 21714"/>
                  <a:gd name="connsiteX1" fmla="*/ 2349 w 17968"/>
                  <a:gd name="connsiteY1" fmla="*/ 0 h 21714"/>
                  <a:gd name="connsiteX2" fmla="*/ 0 w 17968"/>
                  <a:gd name="connsiteY2" fmla="*/ 2413 h 21714"/>
                  <a:gd name="connsiteX3" fmla="*/ 0 w 17968"/>
                  <a:gd name="connsiteY3" fmla="*/ 19365 h 21714"/>
                  <a:gd name="connsiteX4" fmla="*/ 2349 w 17968"/>
                  <a:gd name="connsiteY4" fmla="*/ 21714 h 21714"/>
                  <a:gd name="connsiteX5" fmla="*/ 4698 w 17968"/>
                  <a:gd name="connsiteY5" fmla="*/ 19365 h 21714"/>
                  <a:gd name="connsiteX6" fmla="*/ 4698 w 17968"/>
                  <a:gd name="connsiteY6" fmla="*/ 14667 h 21714"/>
                  <a:gd name="connsiteX7" fmla="*/ 8444 w 17968"/>
                  <a:gd name="connsiteY7" fmla="*/ 14667 h 21714"/>
                  <a:gd name="connsiteX8" fmla="*/ 13079 w 17968"/>
                  <a:gd name="connsiteY8" fmla="*/ 20508 h 21714"/>
                  <a:gd name="connsiteX9" fmla="*/ 15428 w 17968"/>
                  <a:gd name="connsiteY9" fmla="*/ 21714 h 21714"/>
                  <a:gd name="connsiteX10" fmla="*/ 17714 w 17968"/>
                  <a:gd name="connsiteY10" fmla="*/ 19492 h 21714"/>
                  <a:gd name="connsiteX11" fmla="*/ 16952 w 17968"/>
                  <a:gd name="connsiteY11" fmla="*/ 17714 h 21714"/>
                  <a:gd name="connsiteX12" fmla="*/ 13651 w 17968"/>
                  <a:gd name="connsiteY12" fmla="*/ 13714 h 21714"/>
                  <a:gd name="connsiteX13" fmla="*/ 17968 w 17968"/>
                  <a:gd name="connsiteY13" fmla="*/ 7111 h 21714"/>
                  <a:gd name="connsiteX14" fmla="*/ 17968 w 17968"/>
                  <a:gd name="connsiteY14" fmla="*/ 7047 h 21714"/>
                  <a:gd name="connsiteX15" fmla="*/ 16063 w 17968"/>
                  <a:gd name="connsiteY15" fmla="*/ 2159 h 21714"/>
                  <a:gd name="connsiteX16" fmla="*/ 9778 w 17968"/>
                  <a:gd name="connsiteY16" fmla="*/ 0 h 21714"/>
                  <a:gd name="connsiteX17" fmla="*/ 13079 w 17968"/>
                  <a:gd name="connsiteY17" fmla="*/ 7428 h 21714"/>
                  <a:gd name="connsiteX18" fmla="*/ 9460 w 17968"/>
                  <a:gd name="connsiteY18" fmla="*/ 10476 h 21714"/>
                  <a:gd name="connsiteX19" fmla="*/ 4698 w 17968"/>
                  <a:gd name="connsiteY19" fmla="*/ 10476 h 21714"/>
                  <a:gd name="connsiteX20" fmla="*/ 4698 w 17968"/>
                  <a:gd name="connsiteY20" fmla="*/ 4317 h 21714"/>
                  <a:gd name="connsiteX21" fmla="*/ 9397 w 17968"/>
                  <a:gd name="connsiteY21" fmla="*/ 4317 h 21714"/>
                  <a:gd name="connsiteX22" fmla="*/ 13079 w 17968"/>
                  <a:gd name="connsiteY22" fmla="*/ 7365 h 21714"/>
                  <a:gd name="connsiteX23" fmla="*/ 13079 w 17968"/>
                  <a:gd name="connsiteY23" fmla="*/ 7428 h 2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968" h="21714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 w="63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9" name="Graphic 7">
            <a:extLst>
              <a:ext uri="{FF2B5EF4-FFF2-40B4-BE49-F238E27FC236}">
                <a16:creationId xmlns:a16="http://schemas.microsoft.com/office/drawing/2014/main" id="{4347DF9D-10B3-D013-C54B-0CEA1344F18E}"/>
              </a:ext>
            </a:extLst>
          </p:cNvPr>
          <p:cNvSpPr/>
          <p:nvPr/>
        </p:nvSpPr>
        <p:spPr>
          <a:xfrm>
            <a:off x="0" y="0"/>
            <a:ext cx="12188825" cy="74871"/>
          </a:xfrm>
          <a:custGeom>
            <a:avLst/>
            <a:gdLst>
              <a:gd name="connsiteX0" fmla="*/ 0 w 12185715"/>
              <a:gd name="connsiteY0" fmla="*/ 0 h 74871"/>
              <a:gd name="connsiteX1" fmla="*/ 12185716 w 12185715"/>
              <a:gd name="connsiteY1" fmla="*/ 0 h 74871"/>
              <a:gd name="connsiteX2" fmla="*/ 12185716 w 12185715"/>
              <a:gd name="connsiteY2" fmla="*/ 74871 h 74871"/>
              <a:gd name="connsiteX3" fmla="*/ 0 w 12185715"/>
              <a:gd name="connsiteY3" fmla="*/ 74871 h 74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5715" h="74871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1"/>
          </a:gra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97138-A018-1FCE-9C69-099B94E017A6}"/>
              </a:ext>
            </a:extLst>
          </p:cNvPr>
          <p:cNvSpPr txBox="1"/>
          <p:nvPr userDrawn="1"/>
        </p:nvSpPr>
        <p:spPr>
          <a:xfrm>
            <a:off x="1645084" y="6461498"/>
            <a:ext cx="357469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 xml:space="preserve">Broadcom Proprietary and Confidential. Copyright © 2025 Broadcom.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spc="0" baseline="0" dirty="0">
                <a:ln/>
                <a:solidFill>
                  <a:srgbClr val="000000"/>
                </a:solidFill>
                <a:latin typeface="+mn-lt"/>
                <a:sym typeface="Metropolis-Regular"/>
                <a:rtl val="0"/>
              </a:rPr>
              <a:t>All Rights Reserved. The term “Broadcom” refers to Broadcom Inc. and/or its subsidiaries.</a:t>
            </a:r>
          </a:p>
        </p:txBody>
      </p:sp>
    </p:spTree>
    <p:extLst>
      <p:ext uri="{BB962C8B-B14F-4D97-AF65-F5344CB8AC3E}">
        <p14:creationId xmlns:p14="http://schemas.microsoft.com/office/powerpoint/2010/main" val="1398740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6" r:id="rId1"/>
    <p:sldLayoutId id="2147484197" r:id="rId2"/>
    <p:sldLayoutId id="2147484198" r:id="rId3"/>
    <p:sldLayoutId id="2147484199" r:id="rId4"/>
    <p:sldLayoutId id="2147484200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  <p:sldLayoutId id="2147484212" r:id="rId17"/>
    <p:sldLayoutId id="2147484213" r:id="rId18"/>
    <p:sldLayoutId id="2147484214" r:id="rId19"/>
    <p:sldLayoutId id="2147484215" r:id="rId20"/>
    <p:sldLayoutId id="2147484216" r:id="rId21"/>
    <p:sldLayoutId id="2147484217" r:id="rId22"/>
    <p:sldLayoutId id="2147484218" r:id="rId23"/>
    <p:sldLayoutId id="2147484219" r:id="rId24"/>
    <p:sldLayoutId id="2147484220" r:id="rId25"/>
    <p:sldLayoutId id="2147484221" r:id="rId26"/>
    <p:sldLayoutId id="2147484222" r:id="rId27"/>
    <p:sldLayoutId id="2147484223" r:id="rId28"/>
    <p:sldLayoutId id="2147484224" r:id="rId29"/>
    <p:sldLayoutId id="2147484225" r:id="rId30"/>
    <p:sldLayoutId id="2147484226" r:id="rId31"/>
    <p:sldLayoutId id="2147484227" r:id="rId32"/>
    <p:sldLayoutId id="2147484228" r:id="rId33"/>
    <p:sldLayoutId id="2147484229" r:id="rId34"/>
    <p:sldLayoutId id="2147484230" r:id="rId35"/>
    <p:sldLayoutId id="2147484231" r:id="rId36"/>
    <p:sldLayoutId id="2147484232" r:id="rId37"/>
    <p:sldLayoutId id="2147484233" r:id="rId38"/>
    <p:sldLayoutId id="2147484234" r:id="rId39"/>
    <p:sldLayoutId id="2147484235" r:id="rId40"/>
    <p:sldLayoutId id="2147484236" r:id="rId41"/>
    <p:sldLayoutId id="2147484237" r:id="rId4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tx1">
            <a:lumMod val="60000"/>
            <a:lumOff val="40000"/>
          </a:schemeClr>
        </a:buClr>
        <a:buSzPct val="90000"/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4538" indent="-16986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9963" indent="-1666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38113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Camphor Std" panose="020B0504030404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58888" indent="-1111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795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5098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22438" indent="-1206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bg2">
            <a:lumMod val="25000"/>
          </a:schemeClr>
        </a:buClr>
        <a:buSzPct val="90000"/>
        <a:buFont typeface="System Font Regular"/>
        <a:buChar char="-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AIOps VCF MCP Server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zh-TW" dirty="0"/>
              <a:t>安裝整合指南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000" y="4200000"/>
            <a:ext cx="5500000" cy="6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400" dirty="0"/>
              <a:t>VMware Cloud Foundation × Claude AI × Open WebUI 完整安裝部署手冊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Agenda 議程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01  整體架構</a:t>
            </a:r>
          </a:p>
          <a:p>
            <a:pPr lvl="1" marL="457200"/>
            <a:r>
              <a:rPr lang="zh-TW" dirty="0"/>
              <a:t>系統元件與網路拓撲</a:t>
            </a:r>
          </a:p>
          <a:p>
            <a:pPr lvl="0" marL="0"/>
            <a:r>
              <a:rPr lang="zh-TW" dirty="0" b="1"/>
              <a:t>02  MCP Server 安裝</a:t>
            </a:r>
          </a:p>
          <a:p>
            <a:pPr lvl="1" marL="457200"/>
            <a:r>
              <a:rPr lang="zh-TW" dirty="0"/>
              <a:t>vcf-mcp 與 mssql-mcp 離線安裝</a:t>
            </a:r>
          </a:p>
          <a:p>
            <a:pPr lvl="0" marL="0"/>
            <a:r>
              <a:rPr lang="zh-TW" dirty="0" b="1"/>
              <a:t>03  Open WebUI 安裝</a:t>
            </a:r>
          </a:p>
          <a:p>
            <a:pPr lvl="1" marL="457200"/>
            <a:r>
              <a:rPr lang="zh-TW" dirty="0"/>
              <a:t>Docker 離線部署與 mcpo 整合</a:t>
            </a:r>
          </a:p>
          <a:p>
            <a:pPr lvl="0" marL="0"/>
            <a:r>
              <a:rPr lang="zh-TW" dirty="0" b="1"/>
              <a:t>04  維運與排障</a:t>
            </a:r>
          </a:p>
          <a:p>
            <a:pPr lvl="1" marL="457200"/>
            <a:r>
              <a:rPr lang="zh-TW" dirty="0"/>
              <a:t>常用維運指令與疑難排解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01
整體架構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整體架構 — 瀏覽器到基礎設施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系統架構概覽 — 瀏覽器到基礎設施</a:t>
            </a:r>
          </a:p>
          <a:p>
            <a:pPr lvl="0" marL="0"/>
            <a:r>
              <a:rPr lang="zh-TW" dirty="0"/>
              <a:t/>
            </a:r>
          </a:p>
          <a:p>
            <a:pPr lvl="0" marL="0"/>
            <a:r>
              <a:rPr lang="zh-TW" dirty="0" b="1"/>
              <a:t>[ 使用者瀏覽器 ]</a:t>
            </a:r>
          </a:p>
          <a:p>
            <a:pPr lvl="0" marL="0"/>
            <a:r>
              <a:rPr lang="zh-TW" dirty="0"/>
              <a:t xml:space="preserve">        ↓  HTTPS :3000</a:t>
            </a:r>
          </a:p>
          <a:p>
            <a:pPr lvl="0" marL="0"/>
            <a:r>
              <a:rPr lang="zh-TW" dirty="0" b="1"/>
              <a:t>[ Open WebUI ]  —  AI 對話介面</a:t>
            </a:r>
          </a:p>
          <a:p>
            <a:pPr lvl="0" marL="0"/>
            <a:r>
              <a:rPr lang="zh-TW" dirty="0"/>
              <a:t xml:space="preserve">        ↓  HTTP :4040  (OpenAI-compatible)</a:t>
            </a:r>
          </a:p>
          <a:p>
            <a:pPr lvl="0" marL="0"/>
            <a:r>
              <a:rPr lang="zh-TW" dirty="0" b="1"/>
              <a:t>[ mcpo ]  —  MCP → OpenAI 協議橋接</a:t>
            </a:r>
          </a:p>
          <a:p>
            <a:pPr lvl="0" marL="0"/>
            <a:r>
              <a:rPr lang="zh-TW" dirty="0"/>
              <a:t xml:space="preserve">        ↓  stdio / IPC</a:t>
            </a:r>
          </a:p>
          <a:p>
            <a:pPr lvl="0" marL="0"/>
            <a:r>
              <a:rPr lang="zh-TW" dirty="0" b="1"/>
              <a:t>[ vcf-mcp ]          [ mssql-mcp ]</a:t>
            </a:r>
          </a:p>
          <a:p>
            <a:pPr lvl="1" marL="457200"/>
            <a:r>
              <a:rPr lang="zh-TW" dirty="0"/>
              <a:t xml:space="preserve">  vCenter REST API     SQL Server JDBC</a:t>
            </a:r>
          </a:p>
          <a:p>
            <a:pPr lvl="0" marL="0"/>
            <a:r>
              <a:rPr lang="zh-TW" dirty="0"/>
              <a:t xml:space="preserve">        ↓                    ↓</a:t>
            </a:r>
          </a:p>
          <a:p>
            <a:pPr lvl="0" marL="0"/>
            <a:r>
              <a:rPr lang="zh-TW" dirty="0" b="1"/>
              <a:t>[ vCenter / ESXi ]   [ MS SQL Server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元件角色說明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元件</a:t>
            </a:r>
          </a:p>
          <a:p>
            <a:pPr lvl="0" marL="0"/>
            <a:r>
              <a:rPr lang="zh-TW" dirty="0"/>
              <a:t>使用者</a:t>
            </a:r>
          </a:p>
          <a:p>
            <a:pPr lvl="0" marL="0"/>
            <a:r>
              <a:rPr lang="zh-TW" dirty="0"/>
              <a:t>Claude AI 大腦</a:t>
            </a:r>
          </a:p>
          <a:p>
            <a:pPr lvl="0" marL="0"/>
            <a:r>
              <a:rPr lang="zh-TW" dirty="0"/>
              <a:t>Open WebUI</a:t>
            </a:r>
          </a:p>
          <a:p>
            <a:pPr lvl="0" marL="0"/>
            <a:r>
              <a:rPr lang="zh-TW" dirty="0"/>
              <a:t>mcpo</a:t>
            </a:r>
          </a:p>
          <a:p>
            <a:pPr lvl="0" marL="0"/>
            <a:r>
              <a:rPr lang="zh-TW" dirty="0"/>
              <a:t>vcf-mcp / mssql-mcp</a:t>
            </a:r>
          </a:p>
          <a:p>
            <a:pPr lvl="0" marL="0"/>
            <a:r>
              <a:rPr lang="zh-TW" dirty="0"/>
              <a:t>vCenter / SQL Server</a:t>
            </a:r>
          </a:p>
        </p:txBody>
      </p:sp>
      <p:sp>
        <p:nvSpPr>
          <p:cNvPr id="4" name="Content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 marL="0"/>
            <a:r>
              <a:rPr lang="zh-TW" dirty="0" b="1"/>
              <a:t>角色</a:t>
            </a:r>
          </a:p>
          <a:p>
            <a:pPr lvl="0" marL="0"/>
            <a:r>
              <a:rPr lang="zh-TW" dirty="0"/>
              <a:t>透過瀏覽器輸入自然語言指令</a:t>
            </a:r>
          </a:p>
          <a:p>
            <a:pPr lvl="0" marL="0"/>
            <a:r>
              <a:rPr lang="zh-TW" dirty="0"/>
              <a:t>理解意圖、生成工具呼叫</a:t>
            </a:r>
          </a:p>
          <a:p>
            <a:pPr lvl="0" marL="0"/>
            <a:r>
              <a:rPr lang="zh-TW" dirty="0"/>
              <a:t>UI 框架，管理對話與工具伺服器</a:t>
            </a:r>
          </a:p>
          <a:p>
            <a:pPr lvl="0" marL="0"/>
            <a:r>
              <a:rPr lang="zh-TW" dirty="0"/>
              <a:t>協議橋接，轉換 MCP ↔ OpenAI API</a:t>
            </a:r>
          </a:p>
          <a:p>
            <a:pPr lvl="0" marL="0"/>
            <a:r>
              <a:rPr lang="zh-TW" dirty="0"/>
              <a:t>執行層，呼叫 vCenter REST / SQL JDBC</a:t>
            </a:r>
          </a:p>
          <a:p>
            <a:pPr lvl="0" marL="0"/>
            <a:r>
              <a:rPr lang="zh-TW" dirty="0"/>
              <a:t>基礎設施，提供資料與操作能力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02
MCP Server 安裝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離線安裝檔案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離線安裝檔案清單</a:t>
            </a:r>
          </a:p>
          <a:p>
            <a:pPr lvl="0" marL="0"/>
            <a:r>
              <a:rPr lang="zh-TW" dirty="0"/>
              <a:t/>
            </a:r>
          </a:p>
          <a:p>
            <a:pPr lvl="0" marL="0"/>
            <a:r>
              <a:rPr lang="zh-TW" dirty="0" b="1"/>
              <a:t>vcf-mcp-offline.tar.gz</a:t>
            </a:r>
          </a:p>
          <a:p>
            <a:pPr lvl="1" marL="457200"/>
            <a:r>
              <a:rPr lang="zh-TW" dirty="0"/>
              <a:t>大小：~78 MB  |  包含：Python venv + 所有相依套件</a:t>
            </a:r>
          </a:p>
          <a:p>
            <a:pPr lvl="0" marL="0"/>
            <a:r>
              <a:rPr lang="zh-TW" dirty="0" b="1"/>
              <a:t>mssql-mcp-offline.tar.gz</a:t>
            </a:r>
          </a:p>
          <a:p>
            <a:pPr lvl="1" marL="457200"/>
            <a:r>
              <a:rPr lang="zh-TW" dirty="0"/>
              <a:t>大小：~81 MB  |  包含：Python venv + JDBC 驅動程式</a:t>
            </a:r>
          </a:p>
          <a:p>
            <a:pPr lvl="0" marL="0"/>
            <a:r>
              <a:rPr lang="zh-TW" dirty="0"/>
              <a:t/>
            </a:r>
          </a:p>
          <a:p>
            <a:pPr lvl="0" marL="0"/>
            <a:r>
              <a:rPr lang="zh-TW" dirty="0"/>
              <a:t>傳輸方式：scp 或 USB 隨身碟</a:t>
            </a:r>
          </a:p>
          <a:p>
            <a:pPr lvl="0" marL="0"/>
            <a:r>
              <a:rPr lang="zh-TW" dirty="0"/>
              <a:t>目標路徑：/opt/vcf-mcp/  、  /opt/mssql-mcp/</a:t>
            </a:r>
          </a:p>
          <a:p>
            <a:pPr lvl="0" marL="0"/>
            <a:r>
              <a:rPr lang="zh-TW" dirty="0"/>
              <a:t>解壓指令：tar -xzf vcf-mcp-offline.tar.gz -C /opt/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vcf-mcp 安裝步驟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zh-TW" dirty="0"/>
              <a:t>VMware Cloud Foundation MCP Server</a:t>
            </a:r>
          </a:p>
        </p:txBody>
      </p:sp>
      <p:sp>
        <p:nvSpPr>
          <p:cNvPr id="4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解壓縮</a:t>
            </a:r>
          </a:p>
          <a:p>
            <a:pPr lvl="1" marL="457200"/>
            <a:r>
              <a:rPr lang="zh-TW" dirty="0"/>
              <a:t>tar -xzf vcf-mcp-offline.tar.gz -C /opt/</a:t>
            </a:r>
          </a:p>
          <a:p>
            <a:pPr lvl="0" marL="0"/>
            <a:r>
              <a:rPr lang="zh-TW" dirty="0" b="1"/>
              <a:t>設定環境</a:t>
            </a:r>
          </a:p>
          <a:p>
            <a:pPr lvl="1" marL="457200"/>
            <a:r>
              <a:rPr lang="zh-TW" dirty="0"/>
              <a:t>cp /opt/vcf-mcp/config.example.yaml /opt/vcf-mcp/config.yaml</a:t>
            </a:r>
          </a:p>
          <a:p>
            <a:pPr lvl="0" marL="0"/>
            <a:r>
              <a:rPr lang="zh-TW" dirty="0" b="1"/>
              <a:t>編輯設定</a:t>
            </a:r>
          </a:p>
          <a:p>
            <a:pPr lvl="1" marL="457200"/>
            <a:r>
              <a:rPr lang="zh-TW" dirty="0"/>
              <a:t>填入 vCenter IP、帳號、密碼、datacenter 名稱</a:t>
            </a:r>
          </a:p>
          <a:p>
            <a:pPr lvl="0" marL="0"/>
            <a:r>
              <a:rPr lang="zh-TW" dirty="0" b="1"/>
              <a:t>建立服務</a:t>
            </a:r>
          </a:p>
          <a:p>
            <a:pPr lvl="1" marL="457200"/>
            <a:r>
              <a:rPr lang="zh-TW" dirty="0"/>
              <a:t>cp vcf-mcp.service /etc/systemd/system/ &amp;&amp; systemctl daemon-reload</a:t>
            </a:r>
          </a:p>
          <a:p>
            <a:pPr lvl="0" marL="0"/>
            <a:r>
              <a:rPr lang="zh-TW" dirty="0" b="1"/>
              <a:t>啟動服務</a:t>
            </a:r>
          </a:p>
          <a:p>
            <a:pPr lvl="1" marL="457200"/>
            <a:r>
              <a:rPr lang="zh-TW" dirty="0"/>
              <a:t>systemctl enable --now vcf-mcp &amp;&amp; systemctl status vcf-mcp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mssql-mcp 安裝步驟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zh-TW" dirty="0"/>
              <a:t>Microsoft SQL Server MCP Server</a:t>
            </a:r>
          </a:p>
        </p:txBody>
      </p:sp>
      <p:sp>
        <p:nvSpPr>
          <p:cNvPr id="4" name="Content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解壓縮</a:t>
            </a:r>
          </a:p>
          <a:p>
            <a:pPr lvl="1" marL="457200"/>
            <a:r>
              <a:rPr lang="zh-TW" dirty="0"/>
              <a:t>tar -xzf mssql-mcp-offline.tar.gz -C /opt/</a:t>
            </a:r>
          </a:p>
          <a:p>
            <a:pPr lvl="0" marL="0"/>
            <a:r>
              <a:rPr lang="zh-TW" dirty="0" b="1"/>
              <a:t>設定環境</a:t>
            </a:r>
          </a:p>
          <a:p>
            <a:pPr lvl="1" marL="457200"/>
            <a:r>
              <a:rPr lang="zh-TW" dirty="0"/>
              <a:t>cp /opt/mssql-mcp/config.example.yaml /opt/mssql-mcp/config.yaml</a:t>
            </a:r>
          </a:p>
          <a:p>
            <a:pPr lvl="0" marL="0"/>
            <a:r>
              <a:rPr lang="zh-TW" dirty="0" b="1"/>
              <a:t>編輯設定</a:t>
            </a:r>
          </a:p>
          <a:p>
            <a:pPr lvl="1" marL="457200"/>
            <a:r>
              <a:rPr lang="zh-TW" dirty="0"/>
              <a:t>填入 SQL Server IP、port 1433、DB名稱、SA帳號密碼</a:t>
            </a:r>
          </a:p>
          <a:p>
            <a:pPr lvl="0" marL="0"/>
            <a:r>
              <a:rPr lang="zh-TW" dirty="0" b="1"/>
              <a:t>建立服務</a:t>
            </a:r>
          </a:p>
          <a:p>
            <a:pPr lvl="1" marL="457200"/>
            <a:r>
              <a:rPr lang="zh-TW" dirty="0"/>
              <a:t>cp mssql-mcp.service /etc/systemd/system/ &amp;&amp; systemctl daemon-reload</a:t>
            </a:r>
          </a:p>
          <a:p>
            <a:pPr lvl="0" marL="0"/>
            <a:r>
              <a:rPr lang="zh-TW" dirty="0" b="1"/>
              <a:t>啟動服務</a:t>
            </a:r>
          </a:p>
          <a:p>
            <a:pPr lvl="1" marL="457200"/>
            <a:r>
              <a:rPr lang="zh-TW" dirty="0"/>
              <a:t>systemctl enable --now mssql-mcp &amp;&amp; systemctl status mssql-mcp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03
Open WebUI 安裝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Docker 離線映像檔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Docker 映像檔</a:t>
            </a:r>
          </a:p>
          <a:p>
            <a:pPr lvl="0" marL="0"/>
            <a:r>
              <a:rPr lang="zh-TW" dirty="0"/>
              <a:t>open-webui:latest</a:t>
            </a:r>
          </a:p>
          <a:p>
            <a:pPr lvl="0" marL="0"/>
            <a:r>
              <a:rPr lang="zh-TW" dirty="0"/>
              <a:t>mcpo:latest</a:t>
            </a:r>
          </a:p>
          <a:p>
            <a:pPr lvl="0" marL="0"/>
            <a:r>
              <a:rPr lang="zh-TW" dirty="0"/>
              <a:t>pipelines:latest</a:t>
            </a:r>
          </a:p>
        </p:txBody>
      </p:sp>
      <p:sp>
        <p:nvSpPr>
          <p:cNvPr id="4" name="Content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 lvl="0" marL="0"/>
            <a:r>
              <a:rPr lang="zh-TW" dirty="0" b="1"/>
              <a:t>大小（壓縮）</a:t>
            </a:r>
          </a:p>
          <a:p>
            <a:pPr lvl="0" marL="0"/>
            <a:r>
              <a:rPr lang="zh-TW" dirty="0"/>
              <a:t>~4.8 GB</a:t>
            </a:r>
          </a:p>
          <a:p>
            <a:pPr lvl="0" marL="0"/>
            <a:r>
              <a:rPr lang="zh-TW" dirty="0"/>
              <a:t>~538 MB</a:t>
            </a:r>
          </a:p>
          <a:p>
            <a:pPr lvl="0" marL="0"/>
            <a:r>
              <a:rPr lang="zh-TW" dirty="0"/>
              <a:t>~3.4 GB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Open WebUI 安裝步驟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Step 1 — 載入 Docker 映像</a:t>
            </a:r>
          </a:p>
          <a:p>
            <a:pPr lvl="1" marL="457200"/>
            <a:r>
              <a:rPr lang="zh-TW" dirty="0"/>
              <a:t>docker load -i open-webui.tar.gz</a:t>
            </a:r>
          </a:p>
          <a:p>
            <a:pPr lvl="1" marL="457200"/>
            <a:r>
              <a:rPr lang="zh-TW" dirty="0"/>
              <a:t>docker load -i mcpo.tar.gz  &amp;&amp;  docker load -i pipelines.tar.gz</a:t>
            </a:r>
          </a:p>
          <a:p>
            <a:pPr lvl="0" marL="0"/>
            <a:r>
              <a:rPr lang="zh-TW" dirty="0" b="1"/>
              <a:t>Step 2 — 建立目錄結構</a:t>
            </a:r>
          </a:p>
          <a:p>
            <a:pPr lvl="1" marL="457200"/>
            <a:r>
              <a:rPr lang="zh-TW" dirty="0"/>
              <a:t>mkdir -p /opt/open-webui/{data,config}</a:t>
            </a:r>
          </a:p>
          <a:p>
            <a:pPr lvl="0" marL="0"/>
            <a:r>
              <a:rPr lang="zh-TW" dirty="0" b="1"/>
              <a:t>Step 3 — 建立 mcpo config.json</a:t>
            </a:r>
          </a:p>
          <a:p>
            <a:pPr lvl="1" marL="457200"/>
            <a:r>
              <a:rPr lang="zh-TW" dirty="0"/>
              <a:t>設定 vcf-mcp 與 mssql-mcp 的 stdio 連接參數</a:t>
            </a:r>
          </a:p>
          <a:p>
            <a:pPr lvl="0" marL="0"/>
            <a:r>
              <a:rPr lang="zh-TW" dirty="0" b="1"/>
              <a:t>Step 4 — 啟動服務</a:t>
            </a:r>
          </a:p>
          <a:p>
            <a:pPr lvl="1" marL="457200"/>
            <a:r>
              <a:rPr lang="zh-TW" dirty="0"/>
              <a:t>cd /opt/open-webui &amp;&amp; docker compose up -d</a:t>
            </a:r>
          </a:p>
          <a:p>
            <a:pPr lvl="1" marL="457200"/>
            <a:r>
              <a:rPr lang="zh-TW" dirty="0"/>
              <a:t>瀏覽器開啟 http://&lt;server-ip&gt;:3000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Open WebUI Tool Server 整合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整合 Tool Server 設定</a:t>
            </a:r>
          </a:p>
          <a:p>
            <a:pPr lvl="0" marL="0"/>
            <a:r>
              <a:rPr lang="zh-TW" dirty="0"/>
              <a:t/>
            </a:r>
          </a:p>
          <a:p>
            <a:pPr lvl="0" marL="0"/>
            <a:r>
              <a:rPr lang="zh-TW" dirty="0"/>
              <a:t>1. 登入 Open WebUI → Settings</a:t>
            </a:r>
          </a:p>
          <a:p>
            <a:pPr lvl="0" marL="0"/>
            <a:r>
              <a:rPr lang="zh-TW" dirty="0"/>
              <a:t>2. 進入 Tools → Add Tool Server</a:t>
            </a:r>
          </a:p>
          <a:p>
            <a:pPr lvl="0" marL="0"/>
            <a:r>
              <a:rPr lang="zh-TW" dirty="0"/>
              <a:t>3. 輸入 mcpo 端點：http://localhost:4040</a:t>
            </a:r>
          </a:p>
          <a:p>
            <a:pPr lvl="0" marL="0"/>
            <a:r>
              <a:rPr lang="zh-TW" dirty="0"/>
              <a:t>4. 輸入 API Key（在 config.json 中設定）</a:t>
            </a:r>
          </a:p>
          <a:p>
            <a:pPr lvl="0" marL="0"/>
            <a:r>
              <a:rPr lang="zh-TW" dirty="0"/>
              <a:t>5. 確認工具清單出現 vcf_* 與 mssql_* 工具</a:t>
            </a:r>
          </a:p>
          <a:p>
            <a:pPr lvl="0" marL="0"/>
            <a:r>
              <a:rPr lang="zh-TW" dirty="0"/>
              <a:t/>
            </a:r>
          </a:p>
          <a:p>
            <a:pPr lvl="0" marL="0"/>
            <a:r>
              <a:rPr lang="zh-TW" dirty="0" b="1"/>
              <a:t>config.json 範例：</a:t>
            </a:r>
          </a:p>
          <a:p>
            <a:pPr lvl="1" marL="457200"/>
            <a:r>
              <a:rPr lang="zh-TW" dirty="0"/>
              <a:t>"vcf-mcp": {</a:t>
            </a:r>
          </a:p>
          <a:p>
            <a:pPr lvl="1" marL="457200"/>
            <a:r>
              <a:rPr lang="zh-TW" dirty="0"/>
              <a:t>"command": "/opt/vcf-mcp/venv/bin/python",</a:t>
            </a:r>
          </a:p>
          <a:p>
            <a:pPr lvl="1" marL="457200"/>
            <a:r>
              <a:rPr lang="zh-TW" dirty="0"/>
              <a:t>"args": ["-m", "vcf_mcp.server"]</a:t>
            </a:r>
          </a:p>
          <a:p>
            <a:pPr lvl="1" marL="457200"/>
            <a:r>
              <a:rPr lang="zh-TW"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04
維運與排障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維運指令參考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/>
            <a:r>
              <a:rPr lang="zh-TW" dirty="0" b="1"/>
              <a:t>服務管理</a:t>
            </a:r>
          </a:p>
          <a:p>
            <a:pPr lvl="1" marL="457200"/>
            <a:r>
              <a:rPr lang="zh-TW" dirty="0"/>
              <a:t>systemctl status vcf-mcp mssql-mcp</a:t>
            </a:r>
          </a:p>
          <a:p>
            <a:pPr lvl="1" marL="457200"/>
            <a:r>
              <a:rPr lang="zh-TW" dirty="0"/>
              <a:t>systemctl restart vcf-mcp</a:t>
            </a:r>
          </a:p>
          <a:p>
            <a:pPr lvl="0" marL="0"/>
            <a:r>
              <a:rPr lang="zh-TW" dirty="0"/>
              <a:t/>
            </a:r>
          </a:p>
          <a:p>
            <a:pPr lvl="0" marL="0"/>
            <a:r>
              <a:rPr lang="zh-TW" dirty="0" b="1"/>
              <a:t>查看日誌</a:t>
            </a:r>
          </a:p>
          <a:p>
            <a:pPr lvl="1" marL="457200"/>
            <a:r>
              <a:rPr lang="zh-TW" dirty="0"/>
              <a:t>journalctl -u vcf-mcp -f --no-pager</a:t>
            </a:r>
          </a:p>
          <a:p>
            <a:pPr lvl="1" marL="457200"/>
            <a:r>
              <a:rPr lang="zh-TW" dirty="0"/>
              <a:t>journalctl -u mssql-mcp --since "1 hour ago"</a:t>
            </a:r>
          </a:p>
          <a:p>
            <a:pPr lvl="0" marL="0"/>
            <a:r>
              <a:rPr lang="zh-TW" dirty="0"/>
              <a:t/>
            </a:r>
          </a:p>
          <a:p>
            <a:pPr lvl="0" marL="0"/>
            <a:r>
              <a:rPr lang="zh-TW" dirty="0" b="1"/>
              <a:t>Open WebUI 管理</a:t>
            </a:r>
          </a:p>
          <a:p>
            <a:pPr lvl="1" marL="457200"/>
            <a:r>
              <a:rPr lang="zh-TW" dirty="0"/>
              <a:t>docker compose -f /opt/open-webui/docker-compose.yml logs -f</a:t>
            </a:r>
          </a:p>
          <a:p>
            <a:pPr lvl="1" marL="457200"/>
            <a:r>
              <a:rPr lang="zh-TW" dirty="0"/>
              <a:t>docker compose restart open-webui</a:t>
            </a:r>
          </a:p>
          <a:p>
            <a:pPr lvl="0" marL="0"/>
            <a:r>
              <a:rPr lang="zh-TW" dirty="0"/>
              <a:t/>
            </a:r>
          </a:p>
          <a:p>
            <a:pPr lvl="0" marL="0"/>
            <a:r>
              <a:rPr lang="zh-TW" dirty="0" b="1"/>
              <a:t>重設 Open WebUI 管理員密碼</a:t>
            </a:r>
          </a:p>
          <a:p>
            <a:pPr lvl="1" marL="457200"/>
            <a:r>
              <a:rPr lang="zh-TW" dirty="0"/>
              <a:t>docker exec -it open-webui python -m open_webui.utils.auth reset-admin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dirty="0"/>
              <a:t>完整離線 AI 基礎設施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zh-TW" dirty="0"/>
              <a:t>從安裝到使用只需 12 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000" y="3000000"/>
            <a:ext cx="8000000" cy="12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TW" sz="1600" dirty="0"/>
              <a:t>文件位置：git clone https://github.com/kostenyang/aiops-vcf</a:t>
            </a:r>
          </a:p>
          <a:p>
            <a:r>
              <a:rPr lang="zh-TW" sz="1600" dirty="0"/>
              <a:t>聯絡窗口：kosten  |  a262338.a262338@gmail.com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VMware 2025 Light">
  <a:themeElements>
    <a:clrScheme name="VMware-Light">
      <a:dk1>
        <a:srgbClr val="000000"/>
      </a:dk1>
      <a:lt1>
        <a:srgbClr val="FFFFFF"/>
      </a:lt1>
      <a:dk2>
        <a:srgbClr val="1B1D36"/>
      </a:dk2>
      <a:lt2>
        <a:srgbClr val="EEEEEE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98C7"/>
      </a:hlink>
      <a:folHlink>
        <a:srgbClr val="6C4B9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2"/>
        </a:solidFill>
        <a:ln w="12700">
          <a:noFill/>
          <a:miter lim="800000"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800" dirty="0" smtClean="0">
            <a:solidFill>
              <a:schemeClr val="bg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gray">
        <a:ln w="12700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Orange">
      <a:srgbClr val="E68C28"/>
    </a:custClr>
    <a:custClr name="Red">
      <a:srgbClr val="CC092F"/>
    </a:custClr>
    <a:custClr name="Light Grey">
      <a:srgbClr val="E2E3E4"/>
    </a:custClr>
    <a:custClr name="Cool Grey 7">
      <a:srgbClr val="97999B"/>
    </a:custClr>
    <a:custClr name="Dark Grey">
      <a:srgbClr val="53565A"/>
    </a:custClr>
    <a:custClr name="2nd Green">
      <a:srgbClr val="23800A"/>
    </a:custClr>
    <a:custClr name="2nd Blue">
      <a:srgbClr val="007DA3"/>
    </a:custClr>
    <a:custClr name="187 Red">
      <a:srgbClr val="A6192E"/>
    </a:custClr>
  </a:custClrLst>
  <a:extLst>
    <a:ext uri="{05A4C25C-085E-4340-85A3-A5531E510DB2}">
      <thm15:themeFamily xmlns:thm15="http://schemas.microsoft.com/office/thememl/2012/main" name="bc-vmw-ppt-template-light-arial-2025.potx" id="{898F452D-1A43-447A-BE0C-11060F9C9D39}" vid="{5B66E56F-88DA-457D-A485-7D4212373F39}"/>
    </a:ext>
  </a:extLst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Mware">
      <a:dk1>
        <a:srgbClr val="717074"/>
      </a:dk1>
      <a:lt1>
        <a:sysClr val="window" lastClr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3F91C0C4ECEE479555FEA4A4EB2B48" ma:contentTypeVersion="15" ma:contentTypeDescription="Create a new document." ma:contentTypeScope="" ma:versionID="c6a87b1e4bc033b72f454e04dac54d88">
  <xsd:schema xmlns:xsd="http://www.w3.org/2001/XMLSchema" xmlns:xs="http://www.w3.org/2001/XMLSchema" xmlns:p="http://schemas.microsoft.com/office/2006/metadata/properties" xmlns:ns2="34d4d772-b3f2-47fc-9a2d-2126f9957ae8" xmlns:ns3="d345b56e-75a0-4ca8-9b4b-110cb999efd5" targetNamespace="http://schemas.microsoft.com/office/2006/metadata/properties" ma:root="true" ma:fieldsID="6eb14a52ad1190b1f78ecaeae027f828" ns2:_="" ns3:_="">
    <xsd:import namespace="34d4d772-b3f2-47fc-9a2d-2126f9957ae8"/>
    <xsd:import namespace="d345b56e-75a0-4ca8-9b4b-110cb999ef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d4d772-b3f2-47fc-9a2d-2126f9957a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2db59af-f8a6-47a7-a7a2-8d3f5d7884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45b56e-75a0-4ca8-9b4b-110cb999efd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e60bf06-978e-4056-b583-56563198eef8}" ma:internalName="TaxCatchAll" ma:showField="CatchAllData" ma:web="d345b56e-75a0-4ca8-9b4b-110cb999ef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d4d772-b3f2-47fc-9a2d-2126f9957ae8">
      <Terms xmlns="http://schemas.microsoft.com/office/infopath/2007/PartnerControls"/>
    </lcf76f155ced4ddcb4097134ff3c332f>
    <TaxCatchAll xmlns="d345b56e-75a0-4ca8-9b4b-110cb999efd5" xsi:nil="true"/>
    <SharedWithUsers xmlns="d345b56e-75a0-4ca8-9b4b-110cb999efd5">
      <UserInfo>
        <DisplayName>Juanly Cabrera</DisplayName>
        <AccountId>17</AccountId>
        <AccountType/>
      </UserInfo>
      <UserInfo>
        <DisplayName>Andre Fernandes</DisplayName>
        <AccountId>20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8FF4D8F-9B19-4DA8-8A71-562BBA95DC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d4d772-b3f2-47fc-9a2d-2126f9957ae8"/>
    <ds:schemaRef ds:uri="d345b56e-75a0-4ca8-9b4b-110cb999ef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D99180-4DF7-4231-B572-5E5D5B192D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634573-F7D8-4ECC-B5FF-91D1E5D2E650}">
  <ds:schemaRefs>
    <ds:schemaRef ds:uri="http://schemas.openxmlformats.org/package/2006/metadata/core-properties"/>
    <ds:schemaRef ds:uri="http://schemas.microsoft.com/office/2006/documentManagement/types"/>
    <ds:schemaRef ds:uri="34d4d772-b3f2-47fc-9a2d-2126f9957ae8"/>
    <ds:schemaRef ds:uri="http://purl.org/dc/terms/"/>
    <ds:schemaRef ds:uri="http://purl.org/dc/elements/1.1/"/>
    <ds:schemaRef ds:uri="d345b56e-75a0-4ca8-9b4b-110cb999efd5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VMware 2025 Light</Template>
  <TotalTime>75321</TotalTime>
  <Words>2771</Words>
  <Application>Microsoft Macintosh PowerPoint</Application>
  <PresentationFormat>Custom</PresentationFormat>
  <Paragraphs>536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Camphor Std</vt:lpstr>
      <vt:lpstr>Helvetica Neue</vt:lpstr>
      <vt:lpstr>Metropolis</vt:lpstr>
      <vt:lpstr>Metropolis-Regular</vt:lpstr>
      <vt:lpstr>Open Sans</vt:lpstr>
      <vt:lpstr>System Font Regular</vt:lpstr>
      <vt:lpstr>Wingdings</vt:lpstr>
      <vt:lpstr>VMware 2025 Light</vt:lpstr>
      <vt:lpstr>Upgrading to VMware Cloud Foundation 9.1</vt:lpstr>
      <vt:lpstr>Upgrade  Overview…</vt:lpstr>
      <vt:lpstr>VCF 9.1 Upgrade at-a-Glance</vt:lpstr>
      <vt:lpstr>Private Cloud Constructs within VMware Cloud Foundation</vt:lpstr>
      <vt:lpstr>VCF Fleet Components Overview*</vt:lpstr>
      <vt:lpstr>VCF 9.1 Upgrade High Level Overview</vt:lpstr>
      <vt:lpstr>Deprecated  Features…</vt:lpstr>
      <vt:lpstr>Deprecated Feature</vt:lpstr>
      <vt:lpstr>Deprecated Feature</vt:lpstr>
      <vt:lpstr>vSphere 8.x to VCF 9.1 Upgrade Overview…</vt:lpstr>
      <vt:lpstr>Upgrade Path Differs Depending if NSX and Aria Ops is Used</vt:lpstr>
      <vt:lpstr>vSphere 8.x  VCF 9.1 Upgrade Considerations</vt:lpstr>
      <vt:lpstr>vSphere 8.x Upgrade Path</vt:lpstr>
      <vt:lpstr>VCF 5.2 to VCF 9.1 Upgrade Overview…</vt:lpstr>
      <vt:lpstr>VCF 5.2  VCF 9.1 Upgrade Considerations</vt:lpstr>
      <vt:lpstr>Notable Changes between VCF 5.2 and VCF 9.1</vt:lpstr>
      <vt:lpstr>5.2.x Upgrade Path</vt:lpstr>
      <vt:lpstr>VCF 9.0 to VCF 9.1 Upgrade Overview…</vt:lpstr>
      <vt:lpstr>VCF 9.0  VCF 9.1 Upgrade Considerations</vt:lpstr>
      <vt:lpstr>VCF 9.0.x  VCF 9.1 Upgrade Path</vt:lpstr>
      <vt:lpstr>VCF 9.1 Upgrade Paths</vt:lpstr>
      <vt:lpstr>Additional Upgrade Considerations…</vt:lpstr>
      <vt:lpstr>VCF 9.1 Upgrade Considerations</vt:lpstr>
      <vt:lpstr>VCF 9.1 Upgrade Considerations</vt:lpstr>
      <vt:lpstr>VCF 9.1 Upgrade Considerations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Gleed</dc:creator>
  <cp:keywords>VMware</cp:keywords>
  <cp:lastModifiedBy>Aditi Pandey</cp:lastModifiedBy>
  <cp:revision>145</cp:revision>
  <cp:lastPrinted>2025-08-06T01:09:27Z</cp:lastPrinted>
  <dcterms:created xsi:type="dcterms:W3CDTF">2025-03-15T03:57:45Z</dcterms:created>
  <dcterms:modified xsi:type="dcterms:W3CDTF">2026-05-13T16:13:45Z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0x0101008B3F91C0C4ECEE479555FEA4A4EB2B48</vt:lpwstr>
  </property>
  <property fmtid="{D5CDD505-2E9C-101B-9397-08002B2CF9AE}" pid="3" name="MediaServiceImageTags">
    <vt:lpwstr/>
  </property>
</Properties>
</file>